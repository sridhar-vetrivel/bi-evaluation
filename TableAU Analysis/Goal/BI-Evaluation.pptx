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4"/>
  </p:sldMasterIdLst>
  <p:notesMasterIdLst>
    <p:notesMasterId r:id="rId14"/>
  </p:notesMasterIdLst>
  <p:sldIdLst>
    <p:sldId id="1359437" r:id="rId5"/>
    <p:sldId id="1359438" r:id="rId6"/>
    <p:sldId id="1359439" r:id="rId7"/>
    <p:sldId id="1359440" r:id="rId8"/>
    <p:sldId id="1359441" r:id="rId9"/>
    <p:sldId id="1359442" r:id="rId10"/>
    <p:sldId id="1359443" r:id="rId11"/>
    <p:sldId id="1359444" r:id="rId12"/>
    <p:sldId id="135944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3AB2F06-2799-5E6E-5B88-BA366555924A}" name="Sridhar Vetrivel" initials="SV" userId="S::sridhar.vetrivel@psiog.com::3ed06a0c-4a0d-4b19-81b4-502f8e89fe01" providerId="AD"/>
  <p188:author id="{A2743028-D14D-1711-2DB6-4A917263EBAE}" name="Shrikanth Mohan" initials="SM" userId="S::shrikanth.mohan@psiog.com::3c6e3e1a-2841-4f3f-b2b9-8376393d45bf" providerId="AD"/>
  <p188:author id="{3E50F3D2-8EEE-9D1C-329E-0FD7070FFD3C}" name="Sanosh Suresh" initials="SS" userId="S::sanosh.suresh@psiog.com::44c0a1c5-d84a-488a-bb3c-2642edddd98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6D6D6"/>
    <a:srgbClr val="2FBDC2"/>
    <a:srgbClr val="E2EC56"/>
    <a:srgbClr val="9DD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530ED9-A0E7-49DE-9753-267F3AA04600}" v="14" dt="2026-05-29T06:23:20.2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54"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dhar Vetrivel" userId="3ed06a0c-4a0d-4b19-81b4-502f8e89fe01" providerId="ADAL" clId="{FC29C728-2B5B-4634-BA1C-F92CE459B3EA}"/>
    <pc:docChg chg="undo custSel addSld delSld modSld sldOrd">
      <pc:chgData name="Sridhar Vetrivel" userId="3ed06a0c-4a0d-4b19-81b4-502f8e89fe01" providerId="ADAL" clId="{FC29C728-2B5B-4634-BA1C-F92CE459B3EA}" dt="2026-05-29T06:24:37.680" v="388" actId="404"/>
      <pc:docMkLst>
        <pc:docMk/>
      </pc:docMkLst>
      <pc:sldChg chg="del mod modShow">
        <pc:chgData name="Sridhar Vetrivel" userId="3ed06a0c-4a0d-4b19-81b4-502f8e89fe01" providerId="ADAL" clId="{FC29C728-2B5B-4634-BA1C-F92CE459B3EA}" dt="2026-05-29T06:11:47.657" v="249" actId="2696"/>
        <pc:sldMkLst>
          <pc:docMk/>
          <pc:sldMk cId="2253599417" sldId="4018"/>
        </pc:sldMkLst>
      </pc:sldChg>
      <pc:sldChg chg="modSp mod">
        <pc:chgData name="Sridhar Vetrivel" userId="3ed06a0c-4a0d-4b19-81b4-502f8e89fe01" providerId="ADAL" clId="{FC29C728-2B5B-4634-BA1C-F92CE459B3EA}" dt="2026-05-29T06:11:41.653" v="248" actId="14100"/>
        <pc:sldMkLst>
          <pc:docMk/>
          <pc:sldMk cId="4031663118" sldId="1359437"/>
        </pc:sldMkLst>
        <pc:picChg chg="mod">
          <ac:chgData name="Sridhar Vetrivel" userId="3ed06a0c-4a0d-4b19-81b4-502f8e89fe01" providerId="ADAL" clId="{FC29C728-2B5B-4634-BA1C-F92CE459B3EA}" dt="2026-05-29T06:11:41.653" v="248" actId="14100"/>
          <ac:picMkLst>
            <pc:docMk/>
            <pc:sldMk cId="4031663118" sldId="1359437"/>
            <ac:picMk id="2" creationId="{A6412D6A-A30C-D1AC-3224-CA7A13467C49}"/>
          </ac:picMkLst>
        </pc:picChg>
      </pc:sldChg>
      <pc:sldChg chg="addSp delSp modSp mod modNotesTx">
        <pc:chgData name="Sridhar Vetrivel" userId="3ed06a0c-4a0d-4b19-81b4-502f8e89fe01" providerId="ADAL" clId="{FC29C728-2B5B-4634-BA1C-F92CE459B3EA}" dt="2026-05-29T06:24:11.066" v="386" actId="20577"/>
        <pc:sldMkLst>
          <pc:docMk/>
          <pc:sldMk cId="0" sldId="1359438"/>
        </pc:sldMkLst>
        <pc:spChg chg="del mod">
          <ac:chgData name="Sridhar Vetrivel" userId="3ed06a0c-4a0d-4b19-81b4-502f8e89fe01" providerId="ADAL" clId="{FC29C728-2B5B-4634-BA1C-F92CE459B3EA}" dt="2026-05-29T05:40:23.582" v="4" actId="478"/>
          <ac:spMkLst>
            <pc:docMk/>
            <pc:sldMk cId="0" sldId="1359438"/>
            <ac:spMk id="4" creationId="{00000000-0000-0000-0000-000000000000}"/>
          </ac:spMkLst>
        </pc:spChg>
        <pc:spChg chg="mod">
          <ac:chgData name="Sridhar Vetrivel" userId="3ed06a0c-4a0d-4b19-81b4-502f8e89fe01" providerId="ADAL" clId="{FC29C728-2B5B-4634-BA1C-F92CE459B3EA}" dt="2026-05-29T05:41:29.699" v="17" actId="1076"/>
          <ac:spMkLst>
            <pc:docMk/>
            <pc:sldMk cId="0" sldId="1359438"/>
            <ac:spMk id="5" creationId="{00000000-0000-0000-0000-000000000000}"/>
          </ac:spMkLst>
        </pc:spChg>
        <pc:spChg chg="mod">
          <ac:chgData name="Sridhar Vetrivel" userId="3ed06a0c-4a0d-4b19-81b4-502f8e89fe01" providerId="ADAL" clId="{FC29C728-2B5B-4634-BA1C-F92CE459B3EA}" dt="2026-05-29T05:40:41.232" v="7" actId="14100"/>
          <ac:spMkLst>
            <pc:docMk/>
            <pc:sldMk cId="0" sldId="1359438"/>
            <ac:spMk id="6" creationId="{00000000-0000-0000-0000-000000000000}"/>
          </ac:spMkLst>
        </pc:spChg>
        <pc:spChg chg="mod">
          <ac:chgData name="Sridhar Vetrivel" userId="3ed06a0c-4a0d-4b19-81b4-502f8e89fe01" providerId="ADAL" clId="{FC29C728-2B5B-4634-BA1C-F92CE459B3EA}" dt="2026-05-29T05:40:41.232" v="7" actId="14100"/>
          <ac:spMkLst>
            <pc:docMk/>
            <pc:sldMk cId="0" sldId="1359438"/>
            <ac:spMk id="7" creationId="{00000000-0000-0000-0000-000000000000}"/>
          </ac:spMkLst>
        </pc:spChg>
        <pc:spChg chg="mod">
          <ac:chgData name="Sridhar Vetrivel" userId="3ed06a0c-4a0d-4b19-81b4-502f8e89fe01" providerId="ADAL" clId="{FC29C728-2B5B-4634-BA1C-F92CE459B3EA}" dt="2026-05-29T05:40:30.954" v="5" actId="1076"/>
          <ac:spMkLst>
            <pc:docMk/>
            <pc:sldMk cId="0" sldId="1359438"/>
            <ac:spMk id="8" creationId="{00000000-0000-0000-0000-000000000000}"/>
          </ac:spMkLst>
        </pc:spChg>
        <pc:spChg chg="mod">
          <ac:chgData name="Sridhar Vetrivel" userId="3ed06a0c-4a0d-4b19-81b4-502f8e89fe01" providerId="ADAL" clId="{FC29C728-2B5B-4634-BA1C-F92CE459B3EA}" dt="2026-05-29T05:53:11.230" v="245" actId="20577"/>
          <ac:spMkLst>
            <pc:docMk/>
            <pc:sldMk cId="0" sldId="1359438"/>
            <ac:spMk id="9" creationId="{00000000-0000-0000-0000-000000000000}"/>
          </ac:spMkLst>
        </pc:spChg>
        <pc:spChg chg="mod">
          <ac:chgData name="Sridhar Vetrivel" userId="3ed06a0c-4a0d-4b19-81b4-502f8e89fe01" providerId="ADAL" clId="{FC29C728-2B5B-4634-BA1C-F92CE459B3EA}" dt="2026-05-29T05:40:49.232" v="9" actId="14100"/>
          <ac:spMkLst>
            <pc:docMk/>
            <pc:sldMk cId="0" sldId="1359438"/>
            <ac:spMk id="10" creationId="{00000000-0000-0000-0000-000000000000}"/>
          </ac:spMkLst>
        </pc:spChg>
        <pc:spChg chg="mod">
          <ac:chgData name="Sridhar Vetrivel" userId="3ed06a0c-4a0d-4b19-81b4-502f8e89fe01" providerId="ADAL" clId="{FC29C728-2B5B-4634-BA1C-F92CE459B3EA}" dt="2026-05-29T05:40:41.232" v="7" actId="14100"/>
          <ac:spMkLst>
            <pc:docMk/>
            <pc:sldMk cId="0" sldId="1359438"/>
            <ac:spMk id="11" creationId="{00000000-0000-0000-0000-000000000000}"/>
          </ac:spMkLst>
        </pc:spChg>
        <pc:spChg chg="mod">
          <ac:chgData name="Sridhar Vetrivel" userId="3ed06a0c-4a0d-4b19-81b4-502f8e89fe01" providerId="ADAL" clId="{FC29C728-2B5B-4634-BA1C-F92CE459B3EA}" dt="2026-05-29T05:40:41.232" v="7" actId="14100"/>
          <ac:spMkLst>
            <pc:docMk/>
            <pc:sldMk cId="0" sldId="1359438"/>
            <ac:spMk id="12" creationId="{00000000-0000-0000-0000-000000000000}"/>
          </ac:spMkLst>
        </pc:spChg>
        <pc:spChg chg="mod">
          <ac:chgData name="Sridhar Vetrivel" userId="3ed06a0c-4a0d-4b19-81b4-502f8e89fe01" providerId="ADAL" clId="{FC29C728-2B5B-4634-BA1C-F92CE459B3EA}" dt="2026-05-29T05:40:30.954" v="5" actId="1076"/>
          <ac:spMkLst>
            <pc:docMk/>
            <pc:sldMk cId="0" sldId="1359438"/>
            <ac:spMk id="13" creationId="{00000000-0000-0000-0000-000000000000}"/>
          </ac:spMkLst>
        </pc:spChg>
        <pc:spChg chg="mod">
          <ac:chgData name="Sridhar Vetrivel" userId="3ed06a0c-4a0d-4b19-81b4-502f8e89fe01" providerId="ADAL" clId="{FC29C728-2B5B-4634-BA1C-F92CE459B3EA}" dt="2026-05-29T05:40:30.954" v="5" actId="1076"/>
          <ac:spMkLst>
            <pc:docMk/>
            <pc:sldMk cId="0" sldId="1359438"/>
            <ac:spMk id="14" creationId="{00000000-0000-0000-0000-000000000000}"/>
          </ac:spMkLst>
        </pc:spChg>
        <pc:spChg chg="mod">
          <ac:chgData name="Sridhar Vetrivel" userId="3ed06a0c-4a0d-4b19-81b4-502f8e89fe01" providerId="ADAL" clId="{FC29C728-2B5B-4634-BA1C-F92CE459B3EA}" dt="2026-05-29T05:40:54.466" v="10" actId="14100"/>
          <ac:spMkLst>
            <pc:docMk/>
            <pc:sldMk cId="0" sldId="1359438"/>
            <ac:spMk id="15" creationId="{00000000-0000-0000-0000-000000000000}"/>
          </ac:spMkLst>
        </pc:spChg>
        <pc:spChg chg="mod">
          <ac:chgData name="Sridhar Vetrivel" userId="3ed06a0c-4a0d-4b19-81b4-502f8e89fe01" providerId="ADAL" clId="{FC29C728-2B5B-4634-BA1C-F92CE459B3EA}" dt="2026-05-29T05:40:41.232" v="7" actId="14100"/>
          <ac:spMkLst>
            <pc:docMk/>
            <pc:sldMk cId="0" sldId="1359438"/>
            <ac:spMk id="16" creationId="{00000000-0000-0000-0000-000000000000}"/>
          </ac:spMkLst>
        </pc:spChg>
        <pc:spChg chg="mod">
          <ac:chgData name="Sridhar Vetrivel" userId="3ed06a0c-4a0d-4b19-81b4-502f8e89fe01" providerId="ADAL" clId="{FC29C728-2B5B-4634-BA1C-F92CE459B3EA}" dt="2026-05-29T05:40:41.232" v="7" actId="14100"/>
          <ac:spMkLst>
            <pc:docMk/>
            <pc:sldMk cId="0" sldId="1359438"/>
            <ac:spMk id="17" creationId="{00000000-0000-0000-0000-000000000000}"/>
          </ac:spMkLst>
        </pc:spChg>
        <pc:spChg chg="mod">
          <ac:chgData name="Sridhar Vetrivel" userId="3ed06a0c-4a0d-4b19-81b4-502f8e89fe01" providerId="ADAL" clId="{FC29C728-2B5B-4634-BA1C-F92CE459B3EA}" dt="2026-05-29T05:40:30.954" v="5" actId="1076"/>
          <ac:spMkLst>
            <pc:docMk/>
            <pc:sldMk cId="0" sldId="1359438"/>
            <ac:spMk id="19" creationId="{00000000-0000-0000-0000-000000000000}"/>
          </ac:spMkLst>
        </pc:spChg>
        <pc:spChg chg="mod">
          <ac:chgData name="Sridhar Vetrivel" userId="3ed06a0c-4a0d-4b19-81b4-502f8e89fe01" providerId="ADAL" clId="{FC29C728-2B5B-4634-BA1C-F92CE459B3EA}" dt="2026-05-29T05:41:14.545" v="12" actId="14100"/>
          <ac:spMkLst>
            <pc:docMk/>
            <pc:sldMk cId="0" sldId="1359438"/>
            <ac:spMk id="20" creationId="{00000000-0000-0000-0000-000000000000}"/>
          </ac:spMkLst>
        </pc:spChg>
        <pc:spChg chg="mod">
          <ac:chgData name="Sridhar Vetrivel" userId="3ed06a0c-4a0d-4b19-81b4-502f8e89fe01" providerId="ADAL" clId="{FC29C728-2B5B-4634-BA1C-F92CE459B3EA}" dt="2026-05-29T05:41:09.876" v="11" actId="1076"/>
          <ac:spMkLst>
            <pc:docMk/>
            <pc:sldMk cId="0" sldId="1359438"/>
            <ac:spMk id="21" creationId="{00000000-0000-0000-0000-000000000000}"/>
          </ac:spMkLst>
        </pc:spChg>
        <pc:spChg chg="mod">
          <ac:chgData name="Sridhar Vetrivel" userId="3ed06a0c-4a0d-4b19-81b4-502f8e89fe01" providerId="ADAL" clId="{FC29C728-2B5B-4634-BA1C-F92CE459B3EA}" dt="2026-05-29T05:41:09.876" v="11" actId="1076"/>
          <ac:spMkLst>
            <pc:docMk/>
            <pc:sldMk cId="0" sldId="1359438"/>
            <ac:spMk id="23" creationId="{00000000-0000-0000-0000-000000000000}"/>
          </ac:spMkLst>
        </pc:spChg>
        <pc:spChg chg="mod">
          <ac:chgData name="Sridhar Vetrivel" userId="3ed06a0c-4a0d-4b19-81b4-502f8e89fe01" providerId="ADAL" clId="{FC29C728-2B5B-4634-BA1C-F92CE459B3EA}" dt="2026-05-29T05:42:30.129" v="41" actId="20577"/>
          <ac:spMkLst>
            <pc:docMk/>
            <pc:sldMk cId="0" sldId="1359438"/>
            <ac:spMk id="24" creationId="{00000000-0000-0000-0000-000000000000}"/>
          </ac:spMkLst>
        </pc:spChg>
        <pc:spChg chg="mod">
          <ac:chgData name="Sridhar Vetrivel" userId="3ed06a0c-4a0d-4b19-81b4-502f8e89fe01" providerId="ADAL" clId="{FC29C728-2B5B-4634-BA1C-F92CE459B3EA}" dt="2026-05-29T05:41:17.913" v="13" actId="14100"/>
          <ac:spMkLst>
            <pc:docMk/>
            <pc:sldMk cId="0" sldId="1359438"/>
            <ac:spMk id="25" creationId="{00000000-0000-0000-0000-000000000000}"/>
          </ac:spMkLst>
        </pc:spChg>
        <pc:spChg chg="mod">
          <ac:chgData name="Sridhar Vetrivel" userId="3ed06a0c-4a0d-4b19-81b4-502f8e89fe01" providerId="ADAL" clId="{FC29C728-2B5B-4634-BA1C-F92CE459B3EA}" dt="2026-05-29T05:41:09.876" v="11" actId="1076"/>
          <ac:spMkLst>
            <pc:docMk/>
            <pc:sldMk cId="0" sldId="1359438"/>
            <ac:spMk id="26" creationId="{00000000-0000-0000-0000-000000000000}"/>
          </ac:spMkLst>
        </pc:spChg>
        <pc:spChg chg="mod">
          <ac:chgData name="Sridhar Vetrivel" userId="3ed06a0c-4a0d-4b19-81b4-502f8e89fe01" providerId="ADAL" clId="{FC29C728-2B5B-4634-BA1C-F92CE459B3EA}" dt="2026-05-29T05:41:09.876" v="11" actId="1076"/>
          <ac:spMkLst>
            <pc:docMk/>
            <pc:sldMk cId="0" sldId="1359438"/>
            <ac:spMk id="27" creationId="{00000000-0000-0000-0000-000000000000}"/>
          </ac:spMkLst>
        </pc:spChg>
        <pc:spChg chg="mod">
          <ac:chgData name="Sridhar Vetrivel" userId="3ed06a0c-4a0d-4b19-81b4-502f8e89fe01" providerId="ADAL" clId="{FC29C728-2B5B-4634-BA1C-F92CE459B3EA}" dt="2026-05-29T05:41:09.876" v="11" actId="1076"/>
          <ac:spMkLst>
            <pc:docMk/>
            <pc:sldMk cId="0" sldId="1359438"/>
            <ac:spMk id="28" creationId="{00000000-0000-0000-0000-000000000000}"/>
          </ac:spMkLst>
        </pc:spChg>
        <pc:spChg chg="mod">
          <ac:chgData name="Sridhar Vetrivel" userId="3ed06a0c-4a0d-4b19-81b4-502f8e89fe01" providerId="ADAL" clId="{FC29C728-2B5B-4634-BA1C-F92CE459B3EA}" dt="2026-05-29T05:41:09.876" v="11" actId="1076"/>
          <ac:spMkLst>
            <pc:docMk/>
            <pc:sldMk cId="0" sldId="1359438"/>
            <ac:spMk id="29" creationId="{00000000-0000-0000-0000-000000000000}"/>
          </ac:spMkLst>
        </pc:spChg>
        <pc:spChg chg="mod">
          <ac:chgData name="Sridhar Vetrivel" userId="3ed06a0c-4a0d-4b19-81b4-502f8e89fe01" providerId="ADAL" clId="{FC29C728-2B5B-4634-BA1C-F92CE459B3EA}" dt="2026-05-29T05:41:20.706" v="14" actId="14100"/>
          <ac:spMkLst>
            <pc:docMk/>
            <pc:sldMk cId="0" sldId="1359438"/>
            <ac:spMk id="30" creationId="{00000000-0000-0000-0000-000000000000}"/>
          </ac:spMkLst>
        </pc:spChg>
        <pc:spChg chg="mod">
          <ac:chgData name="Sridhar Vetrivel" userId="3ed06a0c-4a0d-4b19-81b4-502f8e89fe01" providerId="ADAL" clId="{FC29C728-2B5B-4634-BA1C-F92CE459B3EA}" dt="2026-05-29T05:41:09.876" v="11" actId="1076"/>
          <ac:spMkLst>
            <pc:docMk/>
            <pc:sldMk cId="0" sldId="1359438"/>
            <ac:spMk id="32" creationId="{00000000-0000-0000-0000-000000000000}"/>
          </ac:spMkLst>
        </pc:spChg>
        <pc:spChg chg="mod">
          <ac:chgData name="Sridhar Vetrivel" userId="3ed06a0c-4a0d-4b19-81b4-502f8e89fe01" providerId="ADAL" clId="{FC29C728-2B5B-4634-BA1C-F92CE459B3EA}" dt="2026-05-29T05:41:09.876" v="11" actId="1076"/>
          <ac:spMkLst>
            <pc:docMk/>
            <pc:sldMk cId="0" sldId="1359438"/>
            <ac:spMk id="33" creationId="{00000000-0000-0000-0000-000000000000}"/>
          </ac:spMkLst>
        </pc:spChg>
        <pc:spChg chg="mod">
          <ac:chgData name="Sridhar Vetrivel" userId="3ed06a0c-4a0d-4b19-81b4-502f8e89fe01" providerId="ADAL" clId="{FC29C728-2B5B-4634-BA1C-F92CE459B3EA}" dt="2026-05-29T05:42:43.188" v="42" actId="20577"/>
          <ac:spMkLst>
            <pc:docMk/>
            <pc:sldMk cId="0" sldId="1359438"/>
            <ac:spMk id="34" creationId="{00000000-0000-0000-0000-000000000000}"/>
          </ac:spMkLst>
        </pc:spChg>
        <pc:picChg chg="add mod">
          <ac:chgData name="Sridhar Vetrivel" userId="3ed06a0c-4a0d-4b19-81b4-502f8e89fe01" providerId="ADAL" clId="{FC29C728-2B5B-4634-BA1C-F92CE459B3EA}" dt="2026-05-29T06:11:49.795" v="250"/>
          <ac:picMkLst>
            <pc:docMk/>
            <pc:sldMk cId="0" sldId="1359438"/>
            <ac:picMk id="4" creationId="{5FB90544-F5A5-9041-F567-24A2A127BF0D}"/>
          </ac:picMkLst>
        </pc:picChg>
        <pc:picChg chg="del mod">
          <ac:chgData name="Sridhar Vetrivel" userId="3ed06a0c-4a0d-4b19-81b4-502f8e89fe01" providerId="ADAL" clId="{FC29C728-2B5B-4634-BA1C-F92CE459B3EA}" dt="2026-05-29T06:11:51.567" v="251" actId="478"/>
          <ac:picMkLst>
            <pc:docMk/>
            <pc:sldMk cId="0" sldId="1359438"/>
            <ac:picMk id="37" creationId="{01FE3C7E-CD47-4A72-BB1C-594832D53B58}"/>
          </ac:picMkLst>
        </pc:picChg>
      </pc:sldChg>
      <pc:sldChg chg="addSp delSp modSp mod">
        <pc:chgData name="Sridhar Vetrivel" userId="3ed06a0c-4a0d-4b19-81b4-502f8e89fe01" providerId="ADAL" clId="{FC29C728-2B5B-4634-BA1C-F92CE459B3EA}" dt="2026-05-29T06:22:45.157" v="327" actId="1076"/>
        <pc:sldMkLst>
          <pc:docMk/>
          <pc:sldMk cId="0" sldId="1359439"/>
        </pc:sldMkLst>
        <pc:spChg chg="mod">
          <ac:chgData name="Sridhar Vetrivel" userId="3ed06a0c-4a0d-4b19-81b4-502f8e89fe01" providerId="ADAL" clId="{FC29C728-2B5B-4634-BA1C-F92CE459B3EA}" dt="2026-05-29T06:12:06.989" v="252" actId="1076"/>
          <ac:spMkLst>
            <pc:docMk/>
            <pc:sldMk cId="0" sldId="1359439"/>
            <ac:spMk id="2" creationId="{00000000-0000-0000-0000-000000000000}"/>
          </ac:spMkLst>
        </pc:spChg>
        <pc:spChg chg="mod">
          <ac:chgData name="Sridhar Vetrivel" userId="3ed06a0c-4a0d-4b19-81b4-502f8e89fe01" providerId="ADAL" clId="{FC29C728-2B5B-4634-BA1C-F92CE459B3EA}" dt="2026-05-29T06:12:10.782" v="253" actId="1076"/>
          <ac:spMkLst>
            <pc:docMk/>
            <pc:sldMk cId="0" sldId="1359439"/>
            <ac:spMk id="3" creationId="{00000000-0000-0000-0000-000000000000}"/>
          </ac:spMkLst>
        </pc:spChg>
        <pc:spChg chg="mod">
          <ac:chgData name="Sridhar Vetrivel" userId="3ed06a0c-4a0d-4b19-81b4-502f8e89fe01" providerId="ADAL" clId="{FC29C728-2B5B-4634-BA1C-F92CE459B3EA}" dt="2026-05-29T06:12:35.647" v="255" actId="1076"/>
          <ac:spMkLst>
            <pc:docMk/>
            <pc:sldMk cId="0" sldId="1359439"/>
            <ac:spMk id="4" creationId="{00000000-0000-0000-0000-000000000000}"/>
          </ac:spMkLst>
        </pc:spChg>
        <pc:spChg chg="mod">
          <ac:chgData name="Sridhar Vetrivel" userId="3ed06a0c-4a0d-4b19-81b4-502f8e89fe01" providerId="ADAL" clId="{FC29C728-2B5B-4634-BA1C-F92CE459B3EA}" dt="2026-05-29T06:15:07.764" v="292" actId="14100"/>
          <ac:spMkLst>
            <pc:docMk/>
            <pc:sldMk cId="0" sldId="1359439"/>
            <ac:spMk id="5"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6" creationId="{00000000-0000-0000-0000-000000000000}"/>
          </ac:spMkLst>
        </pc:spChg>
        <pc:spChg chg="mod">
          <ac:chgData name="Sridhar Vetrivel" userId="3ed06a0c-4a0d-4b19-81b4-502f8e89fe01" providerId="ADAL" clId="{FC29C728-2B5B-4634-BA1C-F92CE459B3EA}" dt="2026-05-29T05:50:40.985" v="92" actId="1076"/>
          <ac:spMkLst>
            <pc:docMk/>
            <pc:sldMk cId="0" sldId="1359439"/>
            <ac:spMk id="9" creationId="{00000000-0000-0000-0000-000000000000}"/>
          </ac:spMkLst>
        </pc:spChg>
        <pc:spChg chg="mod">
          <ac:chgData name="Sridhar Vetrivel" userId="3ed06a0c-4a0d-4b19-81b4-502f8e89fe01" providerId="ADAL" clId="{FC29C728-2B5B-4634-BA1C-F92CE459B3EA}" dt="2026-05-29T06:14:21.137" v="278" actId="1076"/>
          <ac:spMkLst>
            <pc:docMk/>
            <pc:sldMk cId="0" sldId="1359439"/>
            <ac:spMk id="10" creationId="{00000000-0000-0000-0000-000000000000}"/>
          </ac:spMkLst>
        </pc:spChg>
        <pc:spChg chg="mod">
          <ac:chgData name="Sridhar Vetrivel" userId="3ed06a0c-4a0d-4b19-81b4-502f8e89fe01" providerId="ADAL" clId="{FC29C728-2B5B-4634-BA1C-F92CE459B3EA}" dt="2026-05-29T05:50:40.985" v="92" actId="1076"/>
          <ac:spMkLst>
            <pc:docMk/>
            <pc:sldMk cId="0" sldId="1359439"/>
            <ac:spMk id="11" creationId="{00000000-0000-0000-0000-000000000000}"/>
          </ac:spMkLst>
        </pc:spChg>
        <pc:spChg chg="mod">
          <ac:chgData name="Sridhar Vetrivel" userId="3ed06a0c-4a0d-4b19-81b4-502f8e89fe01" providerId="ADAL" clId="{FC29C728-2B5B-4634-BA1C-F92CE459B3EA}" dt="2026-05-29T05:50:40.985" v="92" actId="1076"/>
          <ac:spMkLst>
            <pc:docMk/>
            <pc:sldMk cId="0" sldId="1359439"/>
            <ac:spMk id="12" creationId="{00000000-0000-0000-0000-000000000000}"/>
          </ac:spMkLst>
        </pc:spChg>
        <pc:spChg chg="mod">
          <ac:chgData name="Sridhar Vetrivel" userId="3ed06a0c-4a0d-4b19-81b4-502f8e89fe01" providerId="ADAL" clId="{FC29C728-2B5B-4634-BA1C-F92CE459B3EA}" dt="2026-05-29T06:16:25.440" v="302" actId="20577"/>
          <ac:spMkLst>
            <pc:docMk/>
            <pc:sldMk cId="0" sldId="1359439"/>
            <ac:spMk id="13"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15" creationId="{00000000-0000-0000-0000-000000000000}"/>
          </ac:spMkLst>
        </pc:spChg>
        <pc:spChg chg="mod">
          <ac:chgData name="Sridhar Vetrivel" userId="3ed06a0c-4a0d-4b19-81b4-502f8e89fe01" providerId="ADAL" clId="{FC29C728-2B5B-4634-BA1C-F92CE459B3EA}" dt="2026-05-29T05:50:40.985" v="92" actId="1076"/>
          <ac:spMkLst>
            <pc:docMk/>
            <pc:sldMk cId="0" sldId="1359439"/>
            <ac:spMk id="16"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17" creationId="{00000000-0000-0000-0000-000000000000}"/>
          </ac:spMkLst>
        </pc:spChg>
        <pc:spChg chg="mod">
          <ac:chgData name="Sridhar Vetrivel" userId="3ed06a0c-4a0d-4b19-81b4-502f8e89fe01" providerId="ADAL" clId="{FC29C728-2B5B-4634-BA1C-F92CE459B3EA}" dt="2026-05-29T05:50:40.985" v="92" actId="1076"/>
          <ac:spMkLst>
            <pc:docMk/>
            <pc:sldMk cId="0" sldId="1359439"/>
            <ac:spMk id="20" creationId="{00000000-0000-0000-0000-000000000000}"/>
          </ac:spMkLst>
        </pc:spChg>
        <pc:spChg chg="mod">
          <ac:chgData name="Sridhar Vetrivel" userId="3ed06a0c-4a0d-4b19-81b4-502f8e89fe01" providerId="ADAL" clId="{FC29C728-2B5B-4634-BA1C-F92CE459B3EA}" dt="2026-05-29T05:50:40.985" v="92" actId="1076"/>
          <ac:spMkLst>
            <pc:docMk/>
            <pc:sldMk cId="0" sldId="1359439"/>
            <ac:spMk id="21" creationId="{00000000-0000-0000-0000-000000000000}"/>
          </ac:spMkLst>
        </pc:spChg>
        <pc:spChg chg="mod">
          <ac:chgData name="Sridhar Vetrivel" userId="3ed06a0c-4a0d-4b19-81b4-502f8e89fe01" providerId="ADAL" clId="{FC29C728-2B5B-4634-BA1C-F92CE459B3EA}" dt="2026-05-29T05:50:40.985" v="92" actId="1076"/>
          <ac:spMkLst>
            <pc:docMk/>
            <pc:sldMk cId="0" sldId="1359439"/>
            <ac:spMk id="23"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25" creationId="{00000000-0000-0000-0000-000000000000}"/>
          </ac:spMkLst>
        </pc:spChg>
        <pc:spChg chg="mod">
          <ac:chgData name="Sridhar Vetrivel" userId="3ed06a0c-4a0d-4b19-81b4-502f8e89fe01" providerId="ADAL" clId="{FC29C728-2B5B-4634-BA1C-F92CE459B3EA}" dt="2026-05-29T05:50:52.346" v="93" actId="1076"/>
          <ac:spMkLst>
            <pc:docMk/>
            <pc:sldMk cId="0" sldId="1359439"/>
            <ac:spMk id="26" creationId="{00000000-0000-0000-0000-000000000000}"/>
          </ac:spMkLst>
        </pc:spChg>
        <pc:spChg chg="mod">
          <ac:chgData name="Sridhar Vetrivel" userId="3ed06a0c-4a0d-4b19-81b4-502f8e89fe01" providerId="ADAL" clId="{FC29C728-2B5B-4634-BA1C-F92CE459B3EA}" dt="2026-05-29T05:50:52.346" v="93" actId="1076"/>
          <ac:spMkLst>
            <pc:docMk/>
            <pc:sldMk cId="0" sldId="1359439"/>
            <ac:spMk id="27"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28" creationId="{00000000-0000-0000-0000-000000000000}"/>
          </ac:spMkLst>
        </pc:spChg>
        <pc:spChg chg="mod">
          <ac:chgData name="Sridhar Vetrivel" userId="3ed06a0c-4a0d-4b19-81b4-502f8e89fe01" providerId="ADAL" clId="{FC29C728-2B5B-4634-BA1C-F92CE459B3EA}" dt="2026-05-29T05:50:52.346" v="93" actId="1076"/>
          <ac:spMkLst>
            <pc:docMk/>
            <pc:sldMk cId="0" sldId="1359439"/>
            <ac:spMk id="29" creationId="{00000000-0000-0000-0000-000000000000}"/>
          </ac:spMkLst>
        </pc:spChg>
        <pc:spChg chg="mod">
          <ac:chgData name="Sridhar Vetrivel" userId="3ed06a0c-4a0d-4b19-81b4-502f8e89fe01" providerId="ADAL" clId="{FC29C728-2B5B-4634-BA1C-F92CE459B3EA}" dt="2026-05-29T05:51:00.106" v="94" actId="1076"/>
          <ac:spMkLst>
            <pc:docMk/>
            <pc:sldMk cId="0" sldId="1359439"/>
            <ac:spMk id="30" creationId="{00000000-0000-0000-0000-000000000000}"/>
          </ac:spMkLst>
        </pc:spChg>
        <pc:spChg chg="del">
          <ac:chgData name="Sridhar Vetrivel" userId="3ed06a0c-4a0d-4b19-81b4-502f8e89fe01" providerId="ADAL" clId="{FC29C728-2B5B-4634-BA1C-F92CE459B3EA}" dt="2026-05-29T05:45:35.789" v="50" actId="478"/>
          <ac:spMkLst>
            <pc:docMk/>
            <pc:sldMk cId="0" sldId="1359439"/>
            <ac:spMk id="31"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32" creationId="{00000000-0000-0000-0000-000000000000}"/>
          </ac:spMkLst>
        </pc:spChg>
        <pc:spChg chg="mod">
          <ac:chgData name="Sridhar Vetrivel" userId="3ed06a0c-4a0d-4b19-81b4-502f8e89fe01" providerId="ADAL" clId="{FC29C728-2B5B-4634-BA1C-F92CE459B3EA}" dt="2026-05-29T05:50:52.346" v="93" actId="1076"/>
          <ac:spMkLst>
            <pc:docMk/>
            <pc:sldMk cId="0" sldId="1359439"/>
            <ac:spMk id="33" creationId="{00000000-0000-0000-0000-000000000000}"/>
          </ac:spMkLst>
        </pc:spChg>
        <pc:spChg chg="mod">
          <ac:chgData name="Sridhar Vetrivel" userId="3ed06a0c-4a0d-4b19-81b4-502f8e89fe01" providerId="ADAL" clId="{FC29C728-2B5B-4634-BA1C-F92CE459B3EA}" dt="2026-05-29T05:50:52.346" v="93" actId="1076"/>
          <ac:spMkLst>
            <pc:docMk/>
            <pc:sldMk cId="0" sldId="1359439"/>
            <ac:spMk id="34" creationId="{00000000-0000-0000-0000-000000000000}"/>
          </ac:spMkLst>
        </pc:spChg>
        <pc:spChg chg="mod">
          <ac:chgData name="Sridhar Vetrivel" userId="3ed06a0c-4a0d-4b19-81b4-502f8e89fe01" providerId="ADAL" clId="{FC29C728-2B5B-4634-BA1C-F92CE459B3EA}" dt="2026-05-29T05:50:52.346" v="93" actId="1076"/>
          <ac:spMkLst>
            <pc:docMk/>
            <pc:sldMk cId="0" sldId="1359439"/>
            <ac:spMk id="35" creationId="{00000000-0000-0000-0000-000000000000}"/>
          </ac:spMkLst>
        </pc:spChg>
        <pc:spChg chg="mod">
          <ac:chgData name="Sridhar Vetrivel" userId="3ed06a0c-4a0d-4b19-81b4-502f8e89fe01" providerId="ADAL" clId="{FC29C728-2B5B-4634-BA1C-F92CE459B3EA}" dt="2026-05-29T05:49:42.801" v="86" actId="164"/>
          <ac:spMkLst>
            <pc:docMk/>
            <pc:sldMk cId="0" sldId="1359439"/>
            <ac:spMk id="36" creationId="{00000000-0000-0000-0000-000000000000}"/>
          </ac:spMkLst>
        </pc:spChg>
        <pc:spChg chg="del mod">
          <ac:chgData name="Sridhar Vetrivel" userId="3ed06a0c-4a0d-4b19-81b4-502f8e89fe01" providerId="ADAL" clId="{FC29C728-2B5B-4634-BA1C-F92CE459B3EA}" dt="2026-05-29T05:49:03.717" v="81" actId="478"/>
          <ac:spMkLst>
            <pc:docMk/>
            <pc:sldMk cId="0" sldId="1359439"/>
            <ac:spMk id="37" creationId="{00000000-0000-0000-0000-000000000000}"/>
          </ac:spMkLst>
        </pc:spChg>
        <pc:spChg chg="mod">
          <ac:chgData name="Sridhar Vetrivel" userId="3ed06a0c-4a0d-4b19-81b4-502f8e89fe01" providerId="ADAL" clId="{FC29C728-2B5B-4634-BA1C-F92CE459B3EA}" dt="2026-05-29T05:50:52.346" v="93" actId="1076"/>
          <ac:spMkLst>
            <pc:docMk/>
            <pc:sldMk cId="0" sldId="1359439"/>
            <ac:spMk id="38"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39" creationId="{00000000-0000-0000-0000-000000000000}"/>
          </ac:spMkLst>
        </pc:spChg>
        <pc:spChg chg="mod">
          <ac:chgData name="Sridhar Vetrivel" userId="3ed06a0c-4a0d-4b19-81b4-502f8e89fe01" providerId="ADAL" clId="{FC29C728-2B5B-4634-BA1C-F92CE459B3EA}" dt="2026-05-29T05:50:28.867" v="91" actId="1076"/>
          <ac:spMkLst>
            <pc:docMk/>
            <pc:sldMk cId="0" sldId="1359439"/>
            <ac:spMk id="40" creationId="{00000000-0000-0000-0000-000000000000}"/>
          </ac:spMkLst>
        </pc:spChg>
        <pc:spChg chg="mod">
          <ac:chgData name="Sridhar Vetrivel" userId="3ed06a0c-4a0d-4b19-81b4-502f8e89fe01" providerId="ADAL" clId="{FC29C728-2B5B-4634-BA1C-F92CE459B3EA}" dt="2026-05-29T05:51:00.106" v="94" actId="1076"/>
          <ac:spMkLst>
            <pc:docMk/>
            <pc:sldMk cId="0" sldId="1359439"/>
            <ac:spMk id="41" creationId="{00000000-0000-0000-0000-000000000000}"/>
          </ac:spMkLst>
        </pc:spChg>
        <pc:spChg chg="mod">
          <ac:chgData name="Sridhar Vetrivel" userId="3ed06a0c-4a0d-4b19-81b4-502f8e89fe01" providerId="ADAL" clId="{FC29C728-2B5B-4634-BA1C-F92CE459B3EA}" dt="2026-05-29T05:51:00.106" v="94" actId="1076"/>
          <ac:spMkLst>
            <pc:docMk/>
            <pc:sldMk cId="0" sldId="1359439"/>
            <ac:spMk id="42" creationId="{00000000-0000-0000-0000-000000000000}"/>
          </ac:spMkLst>
        </pc:spChg>
        <pc:spChg chg="mod">
          <ac:chgData name="Sridhar Vetrivel" userId="3ed06a0c-4a0d-4b19-81b4-502f8e89fe01" providerId="ADAL" clId="{FC29C728-2B5B-4634-BA1C-F92CE459B3EA}" dt="2026-05-29T05:50:40.985" v="92" actId="1076"/>
          <ac:spMkLst>
            <pc:docMk/>
            <pc:sldMk cId="0" sldId="1359439"/>
            <ac:spMk id="43"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44"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45" creationId="{00000000-0000-0000-0000-000000000000}"/>
          </ac:spMkLst>
        </pc:spChg>
        <pc:spChg chg="mod">
          <ac:chgData name="Sridhar Vetrivel" userId="3ed06a0c-4a0d-4b19-81b4-502f8e89fe01" providerId="ADAL" clId="{FC29C728-2B5B-4634-BA1C-F92CE459B3EA}" dt="2026-05-29T05:51:00.106" v="94" actId="1076"/>
          <ac:spMkLst>
            <pc:docMk/>
            <pc:sldMk cId="0" sldId="1359439"/>
            <ac:spMk id="46" creationId="{00000000-0000-0000-0000-000000000000}"/>
          </ac:spMkLst>
        </pc:spChg>
        <pc:spChg chg="mod">
          <ac:chgData name="Sridhar Vetrivel" userId="3ed06a0c-4a0d-4b19-81b4-502f8e89fe01" providerId="ADAL" clId="{FC29C728-2B5B-4634-BA1C-F92CE459B3EA}" dt="2026-05-29T05:51:00.106" v="94" actId="1076"/>
          <ac:spMkLst>
            <pc:docMk/>
            <pc:sldMk cId="0" sldId="1359439"/>
            <ac:spMk id="47" creationId="{00000000-0000-0000-0000-000000000000}"/>
          </ac:spMkLst>
        </pc:spChg>
        <pc:spChg chg="mod">
          <ac:chgData name="Sridhar Vetrivel" userId="3ed06a0c-4a0d-4b19-81b4-502f8e89fe01" providerId="ADAL" clId="{FC29C728-2B5B-4634-BA1C-F92CE459B3EA}" dt="2026-05-29T06:12:32.442" v="254" actId="1076"/>
          <ac:spMkLst>
            <pc:docMk/>
            <pc:sldMk cId="0" sldId="1359439"/>
            <ac:spMk id="48" creationId="{00000000-0000-0000-0000-000000000000}"/>
          </ac:spMkLst>
        </pc:spChg>
        <pc:spChg chg="mod">
          <ac:chgData name="Sridhar Vetrivel" userId="3ed06a0c-4a0d-4b19-81b4-502f8e89fe01" providerId="ADAL" clId="{FC29C728-2B5B-4634-BA1C-F92CE459B3EA}" dt="2026-05-29T06:15:07.520" v="291" actId="14100"/>
          <ac:spMkLst>
            <pc:docMk/>
            <pc:sldMk cId="0" sldId="1359439"/>
            <ac:spMk id="50" creationId="{00000000-0000-0000-0000-000000000000}"/>
          </ac:spMkLst>
        </pc:spChg>
        <pc:spChg chg="add mod">
          <ac:chgData name="Sridhar Vetrivel" userId="3ed06a0c-4a0d-4b19-81b4-502f8e89fe01" providerId="ADAL" clId="{FC29C728-2B5B-4634-BA1C-F92CE459B3EA}" dt="2026-05-29T05:48:10.618" v="76" actId="1076"/>
          <ac:spMkLst>
            <pc:docMk/>
            <pc:sldMk cId="0" sldId="1359439"/>
            <ac:spMk id="50" creationId="{B716708C-A59D-8160-0F91-DCFA4673D8BA}"/>
          </ac:spMkLst>
        </pc:spChg>
        <pc:spChg chg="mod">
          <ac:chgData name="Sridhar Vetrivel" userId="3ed06a0c-4a0d-4b19-81b4-502f8e89fe01" providerId="ADAL" clId="{FC29C728-2B5B-4634-BA1C-F92CE459B3EA}" dt="2026-05-29T06:15:32.046" v="294" actId="1076"/>
          <ac:spMkLst>
            <pc:docMk/>
            <pc:sldMk cId="0" sldId="1359439"/>
            <ac:spMk id="51" creationId="{00000000-0000-0000-0000-000000000000}"/>
          </ac:spMkLst>
        </pc:spChg>
        <pc:spChg chg="add mod">
          <ac:chgData name="Sridhar Vetrivel" userId="3ed06a0c-4a0d-4b19-81b4-502f8e89fe01" providerId="ADAL" clId="{FC29C728-2B5B-4634-BA1C-F92CE459B3EA}" dt="2026-05-29T05:49:42.801" v="86" actId="164"/>
          <ac:spMkLst>
            <pc:docMk/>
            <pc:sldMk cId="0" sldId="1359439"/>
            <ac:spMk id="51" creationId="{EED3665F-34A1-7288-E652-DE2C9B6AA1EF}"/>
          </ac:spMkLst>
        </pc:spChg>
        <pc:spChg chg="mod">
          <ac:chgData name="Sridhar Vetrivel" userId="3ed06a0c-4a0d-4b19-81b4-502f8e89fe01" providerId="ADAL" clId="{FC29C728-2B5B-4634-BA1C-F92CE459B3EA}" dt="2026-05-29T06:15:47.287" v="295" actId="1076"/>
          <ac:spMkLst>
            <pc:docMk/>
            <pc:sldMk cId="0" sldId="1359439"/>
            <ac:spMk id="52" creationId="{00000000-0000-0000-0000-000000000000}"/>
          </ac:spMkLst>
        </pc:spChg>
        <pc:spChg chg="mod">
          <ac:chgData name="Sridhar Vetrivel" userId="3ed06a0c-4a0d-4b19-81b4-502f8e89fe01" providerId="ADAL" clId="{FC29C728-2B5B-4634-BA1C-F92CE459B3EA}" dt="2026-05-29T06:15:32.046" v="294" actId="1076"/>
          <ac:spMkLst>
            <pc:docMk/>
            <pc:sldMk cId="0" sldId="1359439"/>
            <ac:spMk id="53" creationId="{00000000-0000-0000-0000-000000000000}"/>
          </ac:spMkLst>
        </pc:spChg>
        <pc:spChg chg="mod">
          <ac:chgData name="Sridhar Vetrivel" userId="3ed06a0c-4a0d-4b19-81b4-502f8e89fe01" providerId="ADAL" clId="{FC29C728-2B5B-4634-BA1C-F92CE459B3EA}" dt="2026-05-29T06:15:06.763" v="288" actId="1076"/>
          <ac:spMkLst>
            <pc:docMk/>
            <pc:sldMk cId="0" sldId="1359439"/>
            <ac:spMk id="54" creationId="{00000000-0000-0000-0000-000000000000}"/>
          </ac:spMkLst>
        </pc:spChg>
        <pc:spChg chg="mod">
          <ac:chgData name="Sridhar Vetrivel" userId="3ed06a0c-4a0d-4b19-81b4-502f8e89fe01" providerId="ADAL" clId="{FC29C728-2B5B-4634-BA1C-F92CE459B3EA}" dt="2026-05-29T06:15:47.287" v="295" actId="1076"/>
          <ac:spMkLst>
            <pc:docMk/>
            <pc:sldMk cId="0" sldId="1359439"/>
            <ac:spMk id="56" creationId="{00000000-0000-0000-0000-000000000000}"/>
          </ac:spMkLst>
        </pc:spChg>
        <pc:spChg chg="mod">
          <ac:chgData name="Sridhar Vetrivel" userId="3ed06a0c-4a0d-4b19-81b4-502f8e89fe01" providerId="ADAL" clId="{FC29C728-2B5B-4634-BA1C-F92CE459B3EA}" dt="2026-05-29T06:15:32.046" v="294" actId="1076"/>
          <ac:spMkLst>
            <pc:docMk/>
            <pc:sldMk cId="0" sldId="1359439"/>
            <ac:spMk id="57" creationId="{00000000-0000-0000-0000-000000000000}"/>
          </ac:spMkLst>
        </pc:spChg>
        <pc:spChg chg="mod">
          <ac:chgData name="Sridhar Vetrivel" userId="3ed06a0c-4a0d-4b19-81b4-502f8e89fe01" providerId="ADAL" clId="{FC29C728-2B5B-4634-BA1C-F92CE459B3EA}" dt="2026-05-29T06:15:32.046" v="294" actId="1076"/>
          <ac:spMkLst>
            <pc:docMk/>
            <pc:sldMk cId="0" sldId="1359439"/>
            <ac:spMk id="58" creationId="{00000000-0000-0000-0000-000000000000}"/>
          </ac:spMkLst>
        </pc:spChg>
        <pc:spChg chg="mod">
          <ac:chgData name="Sridhar Vetrivel" userId="3ed06a0c-4a0d-4b19-81b4-502f8e89fe01" providerId="ADAL" clId="{FC29C728-2B5B-4634-BA1C-F92CE459B3EA}" dt="2026-05-29T06:15:32.046" v="294" actId="1076"/>
          <ac:spMkLst>
            <pc:docMk/>
            <pc:sldMk cId="0" sldId="1359439"/>
            <ac:spMk id="59" creationId="{00000000-0000-0000-0000-000000000000}"/>
          </ac:spMkLst>
        </pc:spChg>
        <pc:spChg chg="mod">
          <ac:chgData name="Sridhar Vetrivel" userId="3ed06a0c-4a0d-4b19-81b4-502f8e89fe01" providerId="ADAL" clId="{FC29C728-2B5B-4634-BA1C-F92CE459B3EA}" dt="2026-05-29T06:15:47.287" v="295" actId="1076"/>
          <ac:spMkLst>
            <pc:docMk/>
            <pc:sldMk cId="0" sldId="1359439"/>
            <ac:spMk id="60" creationId="{00000000-0000-0000-0000-000000000000}"/>
          </ac:spMkLst>
        </pc:spChg>
        <pc:spChg chg="mod">
          <ac:chgData name="Sridhar Vetrivel" userId="3ed06a0c-4a0d-4b19-81b4-502f8e89fe01" providerId="ADAL" clId="{FC29C728-2B5B-4634-BA1C-F92CE459B3EA}" dt="2026-05-29T06:15:32.046" v="294" actId="1076"/>
          <ac:spMkLst>
            <pc:docMk/>
            <pc:sldMk cId="0" sldId="1359439"/>
            <ac:spMk id="61" creationId="{00000000-0000-0000-0000-000000000000}"/>
          </ac:spMkLst>
        </pc:spChg>
        <pc:spChg chg="mod">
          <ac:chgData name="Sridhar Vetrivel" userId="3ed06a0c-4a0d-4b19-81b4-502f8e89fe01" providerId="ADAL" clId="{FC29C728-2B5B-4634-BA1C-F92CE459B3EA}" dt="2026-05-29T06:15:32.046" v="294" actId="1076"/>
          <ac:spMkLst>
            <pc:docMk/>
            <pc:sldMk cId="0" sldId="1359439"/>
            <ac:spMk id="63" creationId="{00000000-0000-0000-0000-000000000000}"/>
          </ac:spMkLst>
        </pc:spChg>
        <pc:spChg chg="mod">
          <ac:chgData name="Sridhar Vetrivel" userId="3ed06a0c-4a0d-4b19-81b4-502f8e89fe01" providerId="ADAL" clId="{FC29C728-2B5B-4634-BA1C-F92CE459B3EA}" dt="2026-05-29T06:15:47.287" v="295" actId="1076"/>
          <ac:spMkLst>
            <pc:docMk/>
            <pc:sldMk cId="0" sldId="1359439"/>
            <ac:spMk id="64" creationId="{00000000-0000-0000-0000-000000000000}"/>
          </ac:spMkLst>
        </pc:spChg>
        <pc:spChg chg="mod">
          <ac:chgData name="Sridhar Vetrivel" userId="3ed06a0c-4a0d-4b19-81b4-502f8e89fe01" providerId="ADAL" clId="{FC29C728-2B5B-4634-BA1C-F92CE459B3EA}" dt="2026-05-29T06:15:32.046" v="294" actId="1076"/>
          <ac:spMkLst>
            <pc:docMk/>
            <pc:sldMk cId="0" sldId="1359439"/>
            <ac:spMk id="65" creationId="{00000000-0000-0000-0000-000000000000}"/>
          </ac:spMkLst>
        </pc:spChg>
        <pc:spChg chg="mod">
          <ac:chgData name="Sridhar Vetrivel" userId="3ed06a0c-4a0d-4b19-81b4-502f8e89fe01" providerId="ADAL" clId="{FC29C728-2B5B-4634-BA1C-F92CE459B3EA}" dt="2026-05-29T06:15:32.046" v="294" actId="1076"/>
          <ac:spMkLst>
            <pc:docMk/>
            <pc:sldMk cId="0" sldId="1359439"/>
            <ac:spMk id="66" creationId="{00000000-0000-0000-0000-000000000000}"/>
          </ac:spMkLst>
        </pc:spChg>
        <pc:spChg chg="mod">
          <ac:chgData name="Sridhar Vetrivel" userId="3ed06a0c-4a0d-4b19-81b4-502f8e89fe01" providerId="ADAL" clId="{FC29C728-2B5B-4634-BA1C-F92CE459B3EA}" dt="2026-05-29T06:15:47.287" v="295" actId="1076"/>
          <ac:spMkLst>
            <pc:docMk/>
            <pc:sldMk cId="0" sldId="1359439"/>
            <ac:spMk id="68" creationId="{00000000-0000-0000-0000-000000000000}"/>
          </ac:spMkLst>
        </pc:spChg>
        <pc:spChg chg="mod">
          <ac:chgData name="Sridhar Vetrivel" userId="3ed06a0c-4a0d-4b19-81b4-502f8e89fe01" providerId="ADAL" clId="{FC29C728-2B5B-4634-BA1C-F92CE459B3EA}" dt="2026-05-29T06:15:32.046" v="294" actId="1076"/>
          <ac:spMkLst>
            <pc:docMk/>
            <pc:sldMk cId="0" sldId="1359439"/>
            <ac:spMk id="70" creationId="{00000000-0000-0000-0000-000000000000}"/>
          </ac:spMkLst>
        </pc:spChg>
        <pc:spChg chg="mod">
          <ac:chgData name="Sridhar Vetrivel" userId="3ed06a0c-4a0d-4b19-81b4-502f8e89fe01" providerId="ADAL" clId="{FC29C728-2B5B-4634-BA1C-F92CE459B3EA}" dt="2026-05-29T06:13:23.095" v="267" actId="1076"/>
          <ac:spMkLst>
            <pc:docMk/>
            <pc:sldMk cId="0" sldId="1359439"/>
            <ac:spMk id="71"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72"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73"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75"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77"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78"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79"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80"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85"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86" creationId="{00000000-0000-0000-0000-000000000000}"/>
          </ac:spMkLst>
        </pc:spChg>
        <pc:spChg chg="mod">
          <ac:chgData name="Sridhar Vetrivel" userId="3ed06a0c-4a0d-4b19-81b4-502f8e89fe01" providerId="ADAL" clId="{FC29C728-2B5B-4634-BA1C-F92CE459B3EA}" dt="2026-05-29T06:16:02.525" v="296" actId="1076"/>
          <ac:spMkLst>
            <pc:docMk/>
            <pc:sldMk cId="0" sldId="1359439"/>
            <ac:spMk id="87" creationId="{00000000-0000-0000-0000-000000000000}"/>
          </ac:spMkLst>
        </pc:spChg>
        <pc:grpChg chg="add mod">
          <ac:chgData name="Sridhar Vetrivel" userId="3ed06a0c-4a0d-4b19-81b4-502f8e89fe01" providerId="ADAL" clId="{FC29C728-2B5B-4634-BA1C-F92CE459B3EA}" dt="2026-05-29T05:49:42.801" v="86" actId="164"/>
          <ac:grpSpMkLst>
            <pc:docMk/>
            <pc:sldMk cId="0" sldId="1359439"/>
            <ac:grpSpMk id="52" creationId="{1C34B601-C9AB-34C9-C592-0D3240564E60}"/>
          </ac:grpSpMkLst>
        </pc:grpChg>
        <pc:picChg chg="mod ord">
          <ac:chgData name="Sridhar Vetrivel" userId="3ed06a0c-4a0d-4b19-81b4-502f8e89fe01" providerId="ADAL" clId="{FC29C728-2B5B-4634-BA1C-F92CE459B3EA}" dt="2026-05-29T05:51:33.596" v="97" actId="14100"/>
          <ac:picMkLst>
            <pc:docMk/>
            <pc:sldMk cId="0" sldId="1359439"/>
            <ac:picMk id="49" creationId="{D9D394B0-3349-43E2-91B5-BE43D6D3B7E1}"/>
          </ac:picMkLst>
        </pc:picChg>
        <pc:picChg chg="add mod">
          <ac:chgData name="Sridhar Vetrivel" userId="3ed06a0c-4a0d-4b19-81b4-502f8e89fe01" providerId="ADAL" clId="{FC29C728-2B5B-4634-BA1C-F92CE459B3EA}" dt="2026-05-29T06:22:45.157" v="327" actId="1076"/>
          <ac:picMkLst>
            <pc:docMk/>
            <pc:sldMk cId="0" sldId="1359439"/>
            <ac:picMk id="89" creationId="{AD750828-C0A6-3311-061B-735325A43B7C}"/>
          </ac:picMkLst>
        </pc:picChg>
      </pc:sldChg>
      <pc:sldChg chg="addSp modSp mod">
        <pc:chgData name="Sridhar Vetrivel" userId="3ed06a0c-4a0d-4b19-81b4-502f8e89fe01" providerId="ADAL" clId="{FC29C728-2B5B-4634-BA1C-F92CE459B3EA}" dt="2026-05-29T06:24:37.680" v="388" actId="404"/>
        <pc:sldMkLst>
          <pc:docMk/>
          <pc:sldMk cId="0" sldId="1359440"/>
        </pc:sldMkLst>
        <pc:spChg chg="mod">
          <ac:chgData name="Sridhar Vetrivel" userId="3ed06a0c-4a0d-4b19-81b4-502f8e89fe01" providerId="ADAL" clId="{FC29C728-2B5B-4634-BA1C-F92CE459B3EA}" dt="2026-05-29T06:24:37.680" v="388" actId="404"/>
          <ac:spMkLst>
            <pc:docMk/>
            <pc:sldMk cId="0" sldId="1359440"/>
            <ac:spMk id="52" creationId="{00000000-0000-0000-0000-000000000000}"/>
          </ac:spMkLst>
        </pc:spChg>
        <pc:picChg chg="add mod">
          <ac:chgData name="Sridhar Vetrivel" userId="3ed06a0c-4a0d-4b19-81b4-502f8e89fe01" providerId="ADAL" clId="{FC29C728-2B5B-4634-BA1C-F92CE459B3EA}" dt="2026-05-29T06:22:51.386" v="329" actId="1076"/>
          <ac:picMkLst>
            <pc:docMk/>
            <pc:sldMk cId="0" sldId="1359440"/>
            <ac:picMk id="54" creationId="{EF8B681C-F884-7B59-86E3-7CEA898E5E68}"/>
          </ac:picMkLst>
        </pc:picChg>
      </pc:sldChg>
      <pc:sldChg chg="addSp delSp modSp mod">
        <pc:chgData name="Sridhar Vetrivel" userId="3ed06a0c-4a0d-4b19-81b4-502f8e89fe01" providerId="ADAL" clId="{FC29C728-2B5B-4634-BA1C-F92CE459B3EA}" dt="2026-05-29T06:23:00.554" v="332" actId="1076"/>
        <pc:sldMkLst>
          <pc:docMk/>
          <pc:sldMk cId="0" sldId="1359441"/>
        </pc:sldMkLst>
        <pc:spChg chg="mod">
          <ac:chgData name="Sridhar Vetrivel" userId="3ed06a0c-4a0d-4b19-81b4-502f8e89fe01" providerId="ADAL" clId="{FC29C728-2B5B-4634-BA1C-F92CE459B3EA}" dt="2026-05-29T06:18:18.506" v="305" actId="20577"/>
          <ac:spMkLst>
            <pc:docMk/>
            <pc:sldMk cId="0" sldId="1359441"/>
            <ac:spMk id="28" creationId="{00000000-0000-0000-0000-000000000000}"/>
          </ac:spMkLst>
        </pc:spChg>
        <pc:picChg chg="del">
          <ac:chgData name="Sridhar Vetrivel" userId="3ed06a0c-4a0d-4b19-81b4-502f8e89fe01" providerId="ADAL" clId="{FC29C728-2B5B-4634-BA1C-F92CE459B3EA}" dt="2026-05-29T06:22:56.350" v="330" actId="478"/>
          <ac:picMkLst>
            <pc:docMk/>
            <pc:sldMk cId="0" sldId="1359441"/>
            <ac:picMk id="32" creationId="{58FC3F5F-1902-441F-9E0E-8D2CCE5BFEBB}"/>
          </ac:picMkLst>
        </pc:picChg>
        <pc:picChg chg="add mod">
          <ac:chgData name="Sridhar Vetrivel" userId="3ed06a0c-4a0d-4b19-81b4-502f8e89fe01" providerId="ADAL" clId="{FC29C728-2B5B-4634-BA1C-F92CE459B3EA}" dt="2026-05-29T06:23:00.554" v="332" actId="1076"/>
          <ac:picMkLst>
            <pc:docMk/>
            <pc:sldMk cId="0" sldId="1359441"/>
            <ac:picMk id="33" creationId="{2A68574B-DFA7-BB16-BD6E-E6F3AFC59BFA}"/>
          </ac:picMkLst>
        </pc:picChg>
      </pc:sldChg>
      <pc:sldChg chg="addSp delSp modSp mod">
        <pc:chgData name="Sridhar Vetrivel" userId="3ed06a0c-4a0d-4b19-81b4-502f8e89fe01" providerId="ADAL" clId="{FC29C728-2B5B-4634-BA1C-F92CE459B3EA}" dt="2026-05-29T06:23:08.453" v="335" actId="1076"/>
        <pc:sldMkLst>
          <pc:docMk/>
          <pc:sldMk cId="0" sldId="1359442"/>
        </pc:sldMkLst>
        <pc:picChg chg="add mod">
          <ac:chgData name="Sridhar Vetrivel" userId="3ed06a0c-4a0d-4b19-81b4-502f8e89fe01" providerId="ADAL" clId="{FC29C728-2B5B-4634-BA1C-F92CE459B3EA}" dt="2026-05-29T06:23:08.453" v="335" actId="1076"/>
          <ac:picMkLst>
            <pc:docMk/>
            <pc:sldMk cId="0" sldId="1359442"/>
            <ac:picMk id="27" creationId="{00B7CF6F-D030-EAB0-10D2-A4DB6FF5E6A4}"/>
          </ac:picMkLst>
        </pc:picChg>
        <pc:picChg chg="del">
          <ac:chgData name="Sridhar Vetrivel" userId="3ed06a0c-4a0d-4b19-81b4-502f8e89fe01" providerId="ADAL" clId="{FC29C728-2B5B-4634-BA1C-F92CE459B3EA}" dt="2026-05-29T06:23:04.999" v="333" actId="478"/>
          <ac:picMkLst>
            <pc:docMk/>
            <pc:sldMk cId="0" sldId="1359442"/>
            <ac:picMk id="47" creationId="{566B663B-0C4A-4DE4-B223-E86317312966}"/>
          </ac:picMkLst>
        </pc:picChg>
      </pc:sldChg>
      <pc:sldChg chg="addSp delSp modSp mod">
        <pc:chgData name="Sridhar Vetrivel" userId="3ed06a0c-4a0d-4b19-81b4-502f8e89fe01" providerId="ADAL" clId="{FC29C728-2B5B-4634-BA1C-F92CE459B3EA}" dt="2026-05-29T06:23:15.878" v="338" actId="1076"/>
        <pc:sldMkLst>
          <pc:docMk/>
          <pc:sldMk cId="0" sldId="1359443"/>
        </pc:sldMkLst>
        <pc:spChg chg="mod">
          <ac:chgData name="Sridhar Vetrivel" userId="3ed06a0c-4a0d-4b19-81b4-502f8e89fe01" providerId="ADAL" clId="{FC29C728-2B5B-4634-BA1C-F92CE459B3EA}" dt="2026-05-29T06:20:18.153" v="325" actId="20577"/>
          <ac:spMkLst>
            <pc:docMk/>
            <pc:sldMk cId="0" sldId="1359443"/>
            <ac:spMk id="4" creationId="{00000000-0000-0000-0000-000000000000}"/>
          </ac:spMkLst>
        </pc:spChg>
        <pc:spChg chg="mod">
          <ac:chgData name="Sridhar Vetrivel" userId="3ed06a0c-4a0d-4b19-81b4-502f8e89fe01" providerId="ADAL" clId="{FC29C728-2B5B-4634-BA1C-F92CE459B3EA}" dt="2026-05-29T06:19:34.760" v="314" actId="1076"/>
          <ac:spMkLst>
            <pc:docMk/>
            <pc:sldMk cId="0" sldId="1359443"/>
            <ac:spMk id="5" creationId="{00000000-0000-0000-0000-000000000000}"/>
          </ac:spMkLst>
        </pc:spChg>
        <pc:spChg chg="mod">
          <ac:chgData name="Sridhar Vetrivel" userId="3ed06a0c-4a0d-4b19-81b4-502f8e89fe01" providerId="ADAL" clId="{FC29C728-2B5B-4634-BA1C-F92CE459B3EA}" dt="2026-05-29T06:19:34.760" v="314" actId="1076"/>
          <ac:spMkLst>
            <pc:docMk/>
            <pc:sldMk cId="0" sldId="1359443"/>
            <ac:spMk id="6" creationId="{00000000-0000-0000-0000-000000000000}"/>
          </ac:spMkLst>
        </pc:spChg>
        <pc:spChg chg="mod">
          <ac:chgData name="Sridhar Vetrivel" userId="3ed06a0c-4a0d-4b19-81b4-502f8e89fe01" providerId="ADAL" clId="{FC29C728-2B5B-4634-BA1C-F92CE459B3EA}" dt="2026-05-29T06:19:22.104" v="313" actId="1076"/>
          <ac:spMkLst>
            <pc:docMk/>
            <pc:sldMk cId="0" sldId="1359443"/>
            <ac:spMk id="7" creationId="{00000000-0000-0000-0000-000000000000}"/>
          </ac:spMkLst>
        </pc:spChg>
        <pc:spChg chg="mod">
          <ac:chgData name="Sridhar Vetrivel" userId="3ed06a0c-4a0d-4b19-81b4-502f8e89fe01" providerId="ADAL" clId="{FC29C728-2B5B-4634-BA1C-F92CE459B3EA}" dt="2026-05-29T06:19:34.760" v="314" actId="1076"/>
          <ac:spMkLst>
            <pc:docMk/>
            <pc:sldMk cId="0" sldId="1359443"/>
            <ac:spMk id="8" creationId="{00000000-0000-0000-0000-000000000000}"/>
          </ac:spMkLst>
        </pc:spChg>
        <pc:spChg chg="mod">
          <ac:chgData name="Sridhar Vetrivel" userId="3ed06a0c-4a0d-4b19-81b4-502f8e89fe01" providerId="ADAL" clId="{FC29C728-2B5B-4634-BA1C-F92CE459B3EA}" dt="2026-05-29T06:19:34.760" v="314" actId="1076"/>
          <ac:spMkLst>
            <pc:docMk/>
            <pc:sldMk cId="0" sldId="1359443"/>
            <ac:spMk id="9" creationId="{00000000-0000-0000-0000-000000000000}"/>
          </ac:spMkLst>
        </pc:spChg>
        <pc:spChg chg="mod">
          <ac:chgData name="Sridhar Vetrivel" userId="3ed06a0c-4a0d-4b19-81b4-502f8e89fe01" providerId="ADAL" clId="{FC29C728-2B5B-4634-BA1C-F92CE459B3EA}" dt="2026-05-29T06:19:34.760" v="314" actId="1076"/>
          <ac:spMkLst>
            <pc:docMk/>
            <pc:sldMk cId="0" sldId="1359443"/>
            <ac:spMk id="10" creationId="{00000000-0000-0000-0000-000000000000}"/>
          </ac:spMkLst>
        </pc:spChg>
        <pc:spChg chg="mod">
          <ac:chgData name="Sridhar Vetrivel" userId="3ed06a0c-4a0d-4b19-81b4-502f8e89fe01" providerId="ADAL" clId="{FC29C728-2B5B-4634-BA1C-F92CE459B3EA}" dt="2026-05-29T06:19:34.760" v="314" actId="1076"/>
          <ac:spMkLst>
            <pc:docMk/>
            <pc:sldMk cId="0" sldId="1359443"/>
            <ac:spMk id="11" creationId="{00000000-0000-0000-0000-000000000000}"/>
          </ac:spMkLst>
        </pc:spChg>
        <pc:spChg chg="del mod">
          <ac:chgData name="Sridhar Vetrivel" userId="3ed06a0c-4a0d-4b19-81b4-502f8e89fe01" providerId="ADAL" clId="{FC29C728-2B5B-4634-BA1C-F92CE459B3EA}" dt="2026-05-29T06:19:58.458" v="318" actId="478"/>
          <ac:spMkLst>
            <pc:docMk/>
            <pc:sldMk cId="0" sldId="1359443"/>
            <ac:spMk id="12" creationId="{00000000-0000-0000-0000-000000000000}"/>
          </ac:spMkLst>
        </pc:spChg>
        <pc:spChg chg="mod">
          <ac:chgData name="Sridhar Vetrivel" userId="3ed06a0c-4a0d-4b19-81b4-502f8e89fe01" providerId="ADAL" clId="{FC29C728-2B5B-4634-BA1C-F92CE459B3EA}" dt="2026-05-29T06:19:34.760" v="314" actId="1076"/>
          <ac:spMkLst>
            <pc:docMk/>
            <pc:sldMk cId="0" sldId="1359443"/>
            <ac:spMk id="13" creationId="{00000000-0000-0000-0000-000000000000}"/>
          </ac:spMkLst>
        </pc:spChg>
        <pc:spChg chg="mod">
          <ac:chgData name="Sridhar Vetrivel" userId="3ed06a0c-4a0d-4b19-81b4-502f8e89fe01" providerId="ADAL" clId="{FC29C728-2B5B-4634-BA1C-F92CE459B3EA}" dt="2026-05-29T06:19:34.760" v="314" actId="1076"/>
          <ac:spMkLst>
            <pc:docMk/>
            <pc:sldMk cId="0" sldId="1359443"/>
            <ac:spMk id="14" creationId="{00000000-0000-0000-0000-000000000000}"/>
          </ac:spMkLst>
        </pc:spChg>
        <pc:spChg chg="mod">
          <ac:chgData name="Sridhar Vetrivel" userId="3ed06a0c-4a0d-4b19-81b4-502f8e89fe01" providerId="ADAL" clId="{FC29C728-2B5B-4634-BA1C-F92CE459B3EA}" dt="2026-05-29T06:19:17.826" v="312" actId="1076"/>
          <ac:spMkLst>
            <pc:docMk/>
            <pc:sldMk cId="0" sldId="1359443"/>
            <ac:spMk id="15" creationId="{00000000-0000-0000-0000-000000000000}"/>
          </ac:spMkLst>
        </pc:spChg>
        <pc:spChg chg="del mod">
          <ac:chgData name="Sridhar Vetrivel" userId="3ed06a0c-4a0d-4b19-81b4-502f8e89fe01" providerId="ADAL" clId="{FC29C728-2B5B-4634-BA1C-F92CE459B3EA}" dt="2026-05-29T06:19:59.585" v="319" actId="478"/>
          <ac:spMkLst>
            <pc:docMk/>
            <pc:sldMk cId="0" sldId="1359443"/>
            <ac:spMk id="16" creationId="{00000000-0000-0000-0000-000000000000}"/>
          </ac:spMkLst>
        </pc:spChg>
        <pc:spChg chg="del">
          <ac:chgData name="Sridhar Vetrivel" userId="3ed06a0c-4a0d-4b19-81b4-502f8e89fe01" providerId="ADAL" clId="{FC29C728-2B5B-4634-BA1C-F92CE459B3EA}" dt="2026-05-29T06:19:03.542" v="310" actId="478"/>
          <ac:spMkLst>
            <pc:docMk/>
            <pc:sldMk cId="0" sldId="1359443"/>
            <ac:spMk id="17" creationId="{00000000-0000-0000-0000-000000000000}"/>
          </ac:spMkLst>
        </pc:spChg>
        <pc:spChg chg="del">
          <ac:chgData name="Sridhar Vetrivel" userId="3ed06a0c-4a0d-4b19-81b4-502f8e89fe01" providerId="ADAL" clId="{FC29C728-2B5B-4634-BA1C-F92CE459B3EA}" dt="2026-05-29T06:19:03.542" v="310" actId="478"/>
          <ac:spMkLst>
            <pc:docMk/>
            <pc:sldMk cId="0" sldId="1359443"/>
            <ac:spMk id="18" creationId="{00000000-0000-0000-0000-000000000000}"/>
          </ac:spMkLst>
        </pc:spChg>
        <pc:spChg chg="del">
          <ac:chgData name="Sridhar Vetrivel" userId="3ed06a0c-4a0d-4b19-81b4-502f8e89fe01" providerId="ADAL" clId="{FC29C728-2B5B-4634-BA1C-F92CE459B3EA}" dt="2026-05-29T06:19:03.542" v="310" actId="478"/>
          <ac:spMkLst>
            <pc:docMk/>
            <pc:sldMk cId="0" sldId="1359443"/>
            <ac:spMk id="19" creationId="{00000000-0000-0000-0000-000000000000}"/>
          </ac:spMkLst>
        </pc:spChg>
        <pc:spChg chg="del">
          <ac:chgData name="Sridhar Vetrivel" userId="3ed06a0c-4a0d-4b19-81b4-502f8e89fe01" providerId="ADAL" clId="{FC29C728-2B5B-4634-BA1C-F92CE459B3EA}" dt="2026-05-29T06:19:03.542" v="310" actId="478"/>
          <ac:spMkLst>
            <pc:docMk/>
            <pc:sldMk cId="0" sldId="1359443"/>
            <ac:spMk id="20" creationId="{00000000-0000-0000-0000-000000000000}"/>
          </ac:spMkLst>
        </pc:spChg>
        <pc:spChg chg="del">
          <ac:chgData name="Sridhar Vetrivel" userId="3ed06a0c-4a0d-4b19-81b4-502f8e89fe01" providerId="ADAL" clId="{FC29C728-2B5B-4634-BA1C-F92CE459B3EA}" dt="2026-05-29T06:19:03.542" v="310" actId="478"/>
          <ac:spMkLst>
            <pc:docMk/>
            <pc:sldMk cId="0" sldId="1359443"/>
            <ac:spMk id="21" creationId="{00000000-0000-0000-0000-000000000000}"/>
          </ac:spMkLst>
        </pc:spChg>
        <pc:spChg chg="del">
          <ac:chgData name="Sridhar Vetrivel" userId="3ed06a0c-4a0d-4b19-81b4-502f8e89fe01" providerId="ADAL" clId="{FC29C728-2B5B-4634-BA1C-F92CE459B3EA}" dt="2026-05-29T06:19:03.542" v="310" actId="478"/>
          <ac:spMkLst>
            <pc:docMk/>
            <pc:sldMk cId="0" sldId="1359443"/>
            <ac:spMk id="22" creationId="{00000000-0000-0000-0000-000000000000}"/>
          </ac:spMkLst>
        </pc:spChg>
        <pc:spChg chg="del">
          <ac:chgData name="Sridhar Vetrivel" userId="3ed06a0c-4a0d-4b19-81b4-502f8e89fe01" providerId="ADAL" clId="{FC29C728-2B5B-4634-BA1C-F92CE459B3EA}" dt="2026-05-29T06:19:05.079" v="311" actId="478"/>
          <ac:spMkLst>
            <pc:docMk/>
            <pc:sldMk cId="0" sldId="1359443"/>
            <ac:spMk id="23" creationId="{00000000-0000-0000-0000-000000000000}"/>
          </ac:spMkLst>
        </pc:spChg>
        <pc:spChg chg="del">
          <ac:chgData name="Sridhar Vetrivel" userId="3ed06a0c-4a0d-4b19-81b4-502f8e89fe01" providerId="ADAL" clId="{FC29C728-2B5B-4634-BA1C-F92CE459B3EA}" dt="2026-05-29T06:19:05.079" v="311" actId="478"/>
          <ac:spMkLst>
            <pc:docMk/>
            <pc:sldMk cId="0" sldId="1359443"/>
            <ac:spMk id="24" creationId="{00000000-0000-0000-0000-000000000000}"/>
          </ac:spMkLst>
        </pc:spChg>
        <pc:spChg chg="del">
          <ac:chgData name="Sridhar Vetrivel" userId="3ed06a0c-4a0d-4b19-81b4-502f8e89fe01" providerId="ADAL" clId="{FC29C728-2B5B-4634-BA1C-F92CE459B3EA}" dt="2026-05-29T06:19:05.079" v="311" actId="478"/>
          <ac:spMkLst>
            <pc:docMk/>
            <pc:sldMk cId="0" sldId="1359443"/>
            <ac:spMk id="25" creationId="{00000000-0000-0000-0000-000000000000}"/>
          </ac:spMkLst>
        </pc:spChg>
        <pc:spChg chg="del">
          <ac:chgData name="Sridhar Vetrivel" userId="3ed06a0c-4a0d-4b19-81b4-502f8e89fe01" providerId="ADAL" clId="{FC29C728-2B5B-4634-BA1C-F92CE459B3EA}" dt="2026-05-29T06:19:05.079" v="311" actId="478"/>
          <ac:spMkLst>
            <pc:docMk/>
            <pc:sldMk cId="0" sldId="1359443"/>
            <ac:spMk id="26" creationId="{00000000-0000-0000-0000-000000000000}"/>
          </ac:spMkLst>
        </pc:spChg>
        <pc:spChg chg="del">
          <ac:chgData name="Sridhar Vetrivel" userId="3ed06a0c-4a0d-4b19-81b4-502f8e89fe01" providerId="ADAL" clId="{FC29C728-2B5B-4634-BA1C-F92CE459B3EA}" dt="2026-05-29T06:19:05.079" v="311" actId="478"/>
          <ac:spMkLst>
            <pc:docMk/>
            <pc:sldMk cId="0" sldId="1359443"/>
            <ac:spMk id="27" creationId="{00000000-0000-0000-0000-000000000000}"/>
          </ac:spMkLst>
        </pc:spChg>
        <pc:spChg chg="del">
          <ac:chgData name="Sridhar Vetrivel" userId="3ed06a0c-4a0d-4b19-81b4-502f8e89fe01" providerId="ADAL" clId="{FC29C728-2B5B-4634-BA1C-F92CE459B3EA}" dt="2026-05-29T06:19:05.079" v="311" actId="478"/>
          <ac:spMkLst>
            <pc:docMk/>
            <pc:sldMk cId="0" sldId="1359443"/>
            <ac:spMk id="28" creationId="{00000000-0000-0000-0000-000000000000}"/>
          </ac:spMkLst>
        </pc:spChg>
        <pc:spChg chg="add mod">
          <ac:chgData name="Sridhar Vetrivel" userId="3ed06a0c-4a0d-4b19-81b4-502f8e89fe01" providerId="ADAL" clId="{FC29C728-2B5B-4634-BA1C-F92CE459B3EA}" dt="2026-05-29T06:19:56.826" v="317" actId="1076"/>
          <ac:spMkLst>
            <pc:docMk/>
            <pc:sldMk cId="0" sldId="1359443"/>
            <ac:spMk id="29" creationId="{60BD7044-45C5-145E-5F2C-5699241FDEE5}"/>
          </ac:spMkLst>
        </pc:spChg>
        <pc:spChg chg="add mod">
          <ac:chgData name="Sridhar Vetrivel" userId="3ed06a0c-4a0d-4b19-81b4-502f8e89fe01" providerId="ADAL" clId="{FC29C728-2B5B-4634-BA1C-F92CE459B3EA}" dt="2026-05-29T06:20:08.029" v="321" actId="1076"/>
          <ac:spMkLst>
            <pc:docMk/>
            <pc:sldMk cId="0" sldId="1359443"/>
            <ac:spMk id="30" creationId="{6FB0DAF8-C596-228A-6875-B3D770F1E9BF}"/>
          </ac:spMkLst>
        </pc:spChg>
        <pc:picChg chg="add mod">
          <ac:chgData name="Sridhar Vetrivel" userId="3ed06a0c-4a0d-4b19-81b4-502f8e89fe01" providerId="ADAL" clId="{FC29C728-2B5B-4634-BA1C-F92CE459B3EA}" dt="2026-05-29T06:23:15.878" v="338" actId="1076"/>
          <ac:picMkLst>
            <pc:docMk/>
            <pc:sldMk cId="0" sldId="1359443"/>
            <ac:picMk id="31" creationId="{519B8A5B-C1A3-CE65-378D-9D134EBEA2FB}"/>
          </ac:picMkLst>
        </pc:picChg>
        <pc:picChg chg="del">
          <ac:chgData name="Sridhar Vetrivel" userId="3ed06a0c-4a0d-4b19-81b4-502f8e89fe01" providerId="ADAL" clId="{FC29C728-2B5B-4634-BA1C-F92CE459B3EA}" dt="2026-05-29T06:23:11.212" v="336" actId="478"/>
          <ac:picMkLst>
            <pc:docMk/>
            <pc:sldMk cId="0" sldId="1359443"/>
            <ac:picMk id="43" creationId="{63807CE8-E059-438D-9986-FE87868B45B1}"/>
          </ac:picMkLst>
        </pc:picChg>
      </pc:sldChg>
      <pc:sldChg chg="addSp delSp modSp mod">
        <pc:chgData name="Sridhar Vetrivel" userId="3ed06a0c-4a0d-4b19-81b4-502f8e89fe01" providerId="ADAL" clId="{FC29C728-2B5B-4634-BA1C-F92CE459B3EA}" dt="2026-05-29T06:23:22.849" v="341" actId="1076"/>
        <pc:sldMkLst>
          <pc:docMk/>
          <pc:sldMk cId="0" sldId="1359444"/>
        </pc:sldMkLst>
        <pc:picChg chg="del">
          <ac:chgData name="Sridhar Vetrivel" userId="3ed06a0c-4a0d-4b19-81b4-502f8e89fe01" providerId="ADAL" clId="{FC29C728-2B5B-4634-BA1C-F92CE459B3EA}" dt="2026-05-29T06:23:20.054" v="339" actId="478"/>
          <ac:picMkLst>
            <pc:docMk/>
            <pc:sldMk cId="0" sldId="1359444"/>
            <ac:picMk id="5" creationId="{99903284-60B8-4014-BF7C-891A79553EF4}"/>
          </ac:picMkLst>
        </pc:picChg>
        <pc:picChg chg="add mod">
          <ac:chgData name="Sridhar Vetrivel" userId="3ed06a0c-4a0d-4b19-81b4-502f8e89fe01" providerId="ADAL" clId="{FC29C728-2B5B-4634-BA1C-F92CE459B3EA}" dt="2026-05-29T06:23:22.849" v="341" actId="1076"/>
          <ac:picMkLst>
            <pc:docMk/>
            <pc:sldMk cId="0" sldId="1359444"/>
            <ac:picMk id="6" creationId="{37AB8A41-2CB3-B1F9-98B7-9502FD61329A}"/>
          </ac:picMkLst>
        </pc:picChg>
      </pc:sldChg>
      <pc:sldChg chg="add mod ord modShow">
        <pc:chgData name="Sridhar Vetrivel" userId="3ed06a0c-4a0d-4b19-81b4-502f8e89fe01" providerId="ADAL" clId="{FC29C728-2B5B-4634-BA1C-F92CE459B3EA}" dt="2026-05-29T06:19:00.164" v="309" actId="729"/>
        <pc:sldMkLst>
          <pc:docMk/>
          <pc:sldMk cId="1693306363" sldId="135944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13EDC1-0013-4EF2-9196-18D4453C99F7}" type="datetimeFigureOut">
              <a:t>5/29/2026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4425E4-C6B0-4350-988F-18DEB98E2A2C}" type="slidenum">
              <a:t>‹#›</a:t>
            </a:fld>
            <a:endParaRPr lang="en-US"/>
          </a:p>
        </p:txBody>
      </p:sp>
    </p:spTree>
    <p:extLst>
      <p:ext uri="{BB962C8B-B14F-4D97-AF65-F5344CB8AC3E}">
        <p14:creationId xmlns:p14="http://schemas.microsoft.com/office/powerpoint/2010/main" val="4093180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rPr dirty="0"/>
              <a:t>Before we look at the technical parameters, I want to anchor us on WHY this evaluation matters. The </a:t>
            </a:r>
            <a:r>
              <a:rPr lang="en-IN" dirty="0"/>
              <a:t>BI’s need </a:t>
            </a:r>
            <a:r>
              <a:rPr dirty="0"/>
              <a:t>at GTF </a:t>
            </a:r>
            <a:r>
              <a:rPr lang="en-IN" dirty="0"/>
              <a:t>is important </a:t>
            </a:r>
            <a:r>
              <a:rPr dirty="0"/>
              <a:t>in six fundamental ways - these are not features, they are business imperatives</a:t>
            </a:r>
            <a:r>
              <a:rPr lang="en-IN" dirty="0"/>
              <a:t> or derivatives</a:t>
            </a:r>
            <a:r>
              <a:rPr dirty="0"/>
              <a:t>. We need decision velocity, not report distribution. We need business users exploring on their own. We need a tool credible in the AI era. We need surfaces that drive decisions, not data dumps. We need one platform that serves both our corporate teams and our franchisees. And we need to choose with TCO discipline - lowest sticker is rarely lowest total cost. The architectural unlock: with </a:t>
            </a:r>
            <a:r>
              <a:rPr dirty="0" err="1"/>
              <a:t>AtScale</a:t>
            </a:r>
            <a:r>
              <a:rPr dirty="0"/>
              <a:t> between the warehouse and the BI tool, the lock-in is gone. That is why this evaluation is timely - and why the recommendation must be a strategic choice, not a default.</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We started with 20 enterprise BI evaluation categories. To keep this evaluation tractable and tied to the business case, we tiered them by depth of validation. L1 (9 categories) is where we go deep - POCs, official documentation, side-by-side builds. These are the ones that map to the client's stated must-haves or to the business pillars. L2 (7 categories) is where we validate lightly - vendor documentation and targeted samples. L3 (4 categories) we document but don't validate - they're either answered upstream by </a:t>
            </a:r>
            <a:r>
              <a:rPr err="1"/>
              <a:t>AtScale</a:t>
            </a:r>
            <a:r>
              <a:t> or out of scope for this internal-franchise reporting use case. The next slide shows exactly how the L1 set covers all 9 of the client's stated requirements.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N"/>
          </a:p>
        </p:txBody>
      </p:sp>
      <p:sp>
        <p:nvSpPr>
          <p:cNvPr id="3" name="Notes Placeholder 2"/>
          <p:cNvSpPr>
            <a:spLocks noGrp="1"/>
          </p:cNvSpPr>
          <p:nvPr>
            <p:ph type="body" sz="quarter" idx="3"/>
          </p:nvPr>
        </p:nvSpPr>
        <p:spPr/>
        <p:txBody>
          <a:bodyPr/>
          <a:lstStyle/>
          <a:p>
            <a:r>
              <a:t>This slide answers a fair question: 'You picked 9 L1 categories - do they actually cover what the client asked for?' The answer is yes, with margin to spare. Six of the nine L1 categories map directly to the nine client must-haves: Governance covers Azure AD and RLS; Performance covers Gateways and Large-row reports; Collaboration covers the Apps equivalent; Visualization covers Bookmarks and the P&amp;L matrix; Report Consumption covers Robots and bursting; Data Modeling covers SSAS/</a:t>
            </a:r>
            <a:r>
              <a:rPr err="1"/>
              <a:t>AtScale</a:t>
            </a:r>
            <a:r>
              <a:t> connectivity. The remaining three L1 categories - Licensing &amp; TCO, Self-Service, and AI/ML - are not in the client's stated list but are core to the business pillars from Slide 2. We deliberately added them because the cost of skipping them is a strategically incomplete recommendation. Net: full coverage of client requirements, plus strategic depth on the vision-level questions.</a:t>
            </a:r>
          </a:p>
        </p:txBody>
      </p:sp>
      <p:sp>
        <p:nvSpPr>
          <p:cNvPr id="4" name="Slide Number Placeholder 3"/>
          <p:cNvSpPr>
            <a:spLocks noGrp="1"/>
          </p:cNvSpPr>
          <p:nvPr>
            <p:ph type="sldNum" sz="quarter" idx="5"/>
          </p:nvPr>
        </p:nvSpPr>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how we got here. Five steps. Step 1 - we took the 20 categories and broke each into ~10 granular sub-items, about 200 items total. Step 2 - we prioritized each item: High, Medium, Low, or Not-needed. Items marked Not-needed are deliberately scoped out - things like embedded analytics and streaming don't apply to internal franchise reporting, so we excluded them by design rather than ignored them. Step 3 - for every item that's in scope, we wrote a Discovery Reasoning column tying it back to the AtScale-to-BI use case - so the WHY is on the page, not just the WHAT. Step 4 - capability validation: hands-on POCs, official vendor documentation, and where needed, targeted clarifications from your team. We flag every finding as high or low confidence, and the low-confidence ones get a second pass. Step 5 - this is what's still ahead - we build a weighted decision matrix on the L1 set and deliver the recommendation. Artifacts are visible in the footer - Discovery.xlsx, build guides for both tools, and findings docs covering all 9 of the client's stated areas.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where we are today. On the evaluation track, the first three steps are complete: we have decomposed the 20 categories into ~200 sub-items, prioritized them into the L1/L2/L3 tiers, and written the Discovery Reasoning column tying each item back to the AtScale-to-BI use case. Step 4 - capability validation - is in flight right now. We are gathering POC and vendor-doc evidence for both tools across the L1 set, flagging confidence as we go. After your review of those findings, step 5 is the weighted decision matrix and the final recommendation. We are tracking to close this out approximately 2 weeks from today - by 10 June 2026. In parallel - and this is the visual proof point - we have built the same 5-page Catering Analytics report in BOTH Power BI and Tableau, using the same data, same KPIs, same pages. The 5 pages: Catering Health Scorecard for Brand Leaders and RVPs; Channel Intelligence for Brand Managers and FBCs; FBC Action Board for Franchise Business Consultants; Catering Trends Rebuilt; and the Marketing ROI view. This dual build serves three purposes: a visual showcase for your team, a hands-on POC that grounds the evaluation in real GTF-shaped problems, and a side-by-side parity test to surface tool-specific quirks before we finalize the recommendation.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keep us on the 2-week runway we need </a:t>
            </a:r>
            <a:r>
              <a:rPr lang="en-IN"/>
              <a:t>four</a:t>
            </a:r>
            <a:r>
              <a:t> specific things from your side. Two are blocking. First - </a:t>
            </a:r>
            <a:r>
              <a:rPr err="1"/>
              <a:t>AtScale</a:t>
            </a:r>
            <a:r>
              <a:t> is not a free tier. We need a licensed evaluation user to run the live-connection POC against </a:t>
            </a:r>
            <a:r>
              <a:rPr err="1"/>
              <a:t>AtScale</a:t>
            </a:r>
            <a:r>
              <a:t>. Without that, we can't validate the central unlock of the new architecture. Second - data volume estimates for Catering and P&amp;L. Today our mock dataset is synthetic at about 118 million rows; we need to know what production actually looks like so the performance testing reflects reality, not a guess. Two are important. We need clarification on what 'Power BI Robots' actually refers to in your environment today - that drives how we evaluate Tableau's equivalent. And we need the real schema of the Catering Marketing Spend table - PPP, </a:t>
            </a:r>
            <a:r>
              <a:rPr err="1"/>
              <a:t>DeliveryFee</a:t>
            </a:r>
            <a:r>
              <a:t>, </a:t>
            </a:r>
            <a:r>
              <a:rPr err="1"/>
              <a:t>EZRewards</a:t>
            </a:r>
            <a:r>
              <a:t>, Subtotal - to make Page 5 of the catering POC accurate instead of using a discount proxy. Two are operational. The urgency legend at the bottom: blocking puts the runway at risk if delayed, important affects evaluation accuracy, helpful is supporting context.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CD9CB-81D9-6C27-47BD-3659D5125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CD1ED-AD06-8A73-F9E2-10160BBA201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ED100BE-6B65-A79A-F5A7-2310D28E1FCA}"/>
              </a:ext>
            </a:extLst>
          </p:cNvPr>
          <p:cNvSpPr>
            <a:spLocks noGrp="1"/>
          </p:cNvSpPr>
          <p:nvPr>
            <p:ph type="body" sz="quarter" idx="3"/>
          </p:nvPr>
        </p:nvSpPr>
        <p:spPr/>
        <p:txBody>
          <a:bodyPr/>
          <a:lstStyle/>
          <a:p>
            <a:r>
              <a:t>To keep us on the 2-week runway we need </a:t>
            </a:r>
            <a:r>
              <a:rPr lang="en-IN"/>
              <a:t>four</a:t>
            </a:r>
            <a:r>
              <a:t> specific things from your side. Two are blocking. First - </a:t>
            </a:r>
            <a:r>
              <a:rPr err="1"/>
              <a:t>AtScale</a:t>
            </a:r>
            <a:r>
              <a:t> is not a free tier. We need a licensed evaluation user to run the live-connection POC against </a:t>
            </a:r>
            <a:r>
              <a:rPr err="1"/>
              <a:t>AtScale</a:t>
            </a:r>
            <a:r>
              <a:t>. Without that, we can't validate the central unlock of the new architecture. Second - data volume estimates for Catering and P&amp;L. Today our mock dataset is synthetic at about 118 million rows; we need to know what production actually looks like so the performance testing reflects reality, not a guess. Two are important. We need clarification on what 'Power BI Robots' actually refers to in your environment today - that drives how we evaluate Tableau's equivalent. And we need the real schema of the Catering Marketing Spend table - PPP, </a:t>
            </a:r>
            <a:r>
              <a:rPr err="1"/>
              <a:t>DeliveryFee</a:t>
            </a:r>
            <a:r>
              <a:t>, </a:t>
            </a:r>
            <a:r>
              <a:rPr err="1"/>
              <a:t>EZRewards</a:t>
            </a:r>
            <a:r>
              <a:t>, Subtotal - to make Page 5 of the catering POC accurate instead of using a discount proxy. Two are operational. The urgency legend at the bottom: blocking puts the runway at risk if delayed, important affects evaluation accuracy, helpful is supporting context.</a:t>
            </a:r>
          </a:p>
        </p:txBody>
      </p:sp>
      <p:sp>
        <p:nvSpPr>
          <p:cNvPr id="4" name="Slide Number Placeholder 3">
            <a:extLst>
              <a:ext uri="{FF2B5EF4-FFF2-40B4-BE49-F238E27FC236}">
                <a16:creationId xmlns:a16="http://schemas.microsoft.com/office/drawing/2014/main" id="{78593A9A-2413-55EC-5C50-290CB6394BE6}"/>
              </a:ext>
            </a:extLst>
          </p:cNvPr>
          <p:cNvSpPr>
            <a:spLocks noGrp="1"/>
          </p:cNvSpPr>
          <p:nvPr>
            <p:ph type="sldNum" sz="quarter" idx="5"/>
          </p:nvPr>
        </p:nvSpPr>
        <p:spPr/>
      </p:sp>
    </p:spTree>
    <p:extLst>
      <p:ext uri="{BB962C8B-B14F-4D97-AF65-F5344CB8AC3E}">
        <p14:creationId xmlns:p14="http://schemas.microsoft.com/office/powerpoint/2010/main" val="3856961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3400" y="1260475"/>
            <a:ext cx="9982200" cy="830997"/>
          </a:xfrm>
          <a:prstGeom prst="rect">
            <a:avLst/>
          </a:prstGeom>
        </p:spPr>
        <p:txBody>
          <a:bodyPr wrap="square" lIns="0" tIns="0" rIns="0" bIns="0">
            <a:spAutoFit/>
          </a:bodyPr>
          <a:lstStyle>
            <a:lvl1pPr>
              <a:defRPr sz="6000">
                <a:solidFill>
                  <a:schemeClr val="accent6"/>
                </a:solidFill>
              </a:defRPr>
            </a:lvl1pPr>
          </a:lstStyle>
          <a:p>
            <a:r>
              <a:rPr lang="en-US"/>
              <a:t>Click to add Master title style</a:t>
            </a:r>
            <a:endParaRPr lang="en-IN"/>
          </a:p>
        </p:txBody>
      </p:sp>
      <p:sp>
        <p:nvSpPr>
          <p:cNvPr id="3" name="Slide Number Placeholder 2"/>
          <p:cNvSpPr>
            <a:spLocks noGrp="1"/>
          </p:cNvSpPr>
          <p:nvPr>
            <p:ph type="sldNum" sz="quarter" idx="10"/>
          </p:nvPr>
        </p:nvSpPr>
        <p:spPr>
          <a:xfrm>
            <a:off x="11795875" y="6450353"/>
            <a:ext cx="157094" cy="161583"/>
          </a:xfrm>
          <a:prstGeom prst="rect">
            <a:avLst/>
          </a:prstGeom>
        </p:spPr>
        <p:txBody>
          <a:bodyPr/>
          <a:lstStyle>
            <a:lvl1pPr>
              <a:defRPr>
                <a:solidFill>
                  <a:schemeClr val="bg1"/>
                </a:solidFill>
              </a:defRPr>
            </a:lvl1pPr>
          </a:lstStyle>
          <a:p>
            <a:fld id="{19974A8E-7D20-4B3C-89CB-3D4DFA6B4483}" type="slidenum">
              <a:rPr lang="en-IN" smtClean="0">
                <a:solidFill>
                  <a:prstClr val="white"/>
                </a:solidFill>
              </a:rPr>
              <a:pPr/>
              <a:t>‹#›</a:t>
            </a:fld>
            <a:endParaRPr lang="en-IN">
              <a:solidFill>
                <a:prstClr val="white"/>
              </a:solidFill>
            </a:endParaRPr>
          </a:p>
        </p:txBody>
      </p:sp>
      <p:sp>
        <p:nvSpPr>
          <p:cNvPr id="6" name="Text Placeholder 5"/>
          <p:cNvSpPr>
            <a:spLocks noGrp="1"/>
          </p:cNvSpPr>
          <p:nvPr>
            <p:ph type="body" sz="quarter" idx="11" hasCustomPrompt="1"/>
          </p:nvPr>
        </p:nvSpPr>
        <p:spPr>
          <a:xfrm>
            <a:off x="533400" y="3991850"/>
            <a:ext cx="9982200" cy="443198"/>
          </a:xfrm>
          <a:prstGeom prst="rect">
            <a:avLst/>
          </a:prstGeom>
        </p:spPr>
        <p:txBody>
          <a:bodyPr wrap="square" lIns="0" tIns="0" rIns="0" bIns="0" anchor="ctr" anchorCtr="0">
            <a:spAutoFit/>
          </a:bodyPr>
          <a:lstStyle>
            <a:lvl1pPr marL="0" indent="0">
              <a:buFontTx/>
              <a:buNone/>
              <a:defRPr sz="3200">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IN"/>
              <a:t>Click to add subtitle</a:t>
            </a:r>
          </a:p>
        </p:txBody>
      </p:sp>
    </p:spTree>
    <p:extLst>
      <p:ext uri="{BB962C8B-B14F-4D97-AF65-F5344CB8AC3E}">
        <p14:creationId xmlns:p14="http://schemas.microsoft.com/office/powerpoint/2010/main" val="1793910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1795875" y="6507503"/>
            <a:ext cx="157094" cy="161583"/>
          </a:xfrm>
          <a:prstGeom prst="rect">
            <a:avLst/>
          </a:prstGeom>
        </p:spPr>
        <p:txBody>
          <a:bodyPr wrap="none" lIns="0" tIns="0" rIns="0" bIns="0">
            <a:spAutoFit/>
          </a:bodyPr>
          <a:lstStyle>
            <a:lvl1pPr>
              <a:defRPr sz="1050"/>
            </a:lvl1pPr>
          </a:lstStyle>
          <a:p>
            <a:fld id="{19974A8E-7D20-4B3C-89CB-3D4DFA6B4483}" type="slidenum">
              <a:rPr lang="en-IN" smtClean="0">
                <a:solidFill>
                  <a:prstClr val="black"/>
                </a:solidFill>
              </a:rPr>
              <a:pPr/>
              <a:t>‹#›</a:t>
            </a:fld>
            <a:endParaRPr lang="en-IN">
              <a:solidFill>
                <a:prstClr val="black"/>
              </a:solidFill>
            </a:endParaRPr>
          </a:p>
        </p:txBody>
      </p:sp>
      <p:sp>
        <p:nvSpPr>
          <p:cNvPr id="9" name="Text Placeholder 8"/>
          <p:cNvSpPr>
            <a:spLocks noGrp="1"/>
          </p:cNvSpPr>
          <p:nvPr>
            <p:ph type="body" sz="quarter" idx="13"/>
          </p:nvPr>
        </p:nvSpPr>
        <p:spPr>
          <a:xfrm>
            <a:off x="261256" y="304575"/>
            <a:ext cx="11006887" cy="415498"/>
          </a:xfrm>
          <a:prstGeom prst="rect">
            <a:avLst/>
          </a:prstGeom>
        </p:spPr>
        <p:txBody>
          <a:bodyPr wrap="square" lIns="0" tIns="0" rIns="0" bIns="0">
            <a:spAutoFit/>
          </a:bodyPr>
          <a:lstStyle>
            <a:lvl1pPr marL="0" indent="0">
              <a:buFontTx/>
              <a:buNone/>
              <a:defRPr sz="3000">
                <a:latin typeface="Palatino Linotype" panose="02040502050505030304"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3260637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9_Title Slide">
    <p:spTree>
      <p:nvGrpSpPr>
        <p:cNvPr id="1" name=""/>
        <p:cNvGrpSpPr/>
        <p:nvPr/>
      </p:nvGrpSpPr>
      <p:grpSpPr>
        <a:xfrm>
          <a:off x="0" y="0"/>
          <a:ext cx="0" cy="0"/>
          <a:chOff x="0" y="0"/>
          <a:chExt cx="0" cy="0"/>
        </a:xfrm>
      </p:grpSpPr>
      <p:sp>
        <p:nvSpPr>
          <p:cNvPr id="47" name="Body Level One…"/>
          <p:cNvSpPr txBox="1">
            <a:spLocks noGrp="1"/>
          </p:cNvSpPr>
          <p:nvPr>
            <p:ph type="body" sz="quarter" idx="1"/>
          </p:nvPr>
        </p:nvSpPr>
        <p:spPr>
          <a:xfrm>
            <a:off x="261256" y="196998"/>
            <a:ext cx="11006888" cy="415500"/>
          </a:xfrm>
          <a:prstGeom prst="rect">
            <a:avLst/>
          </a:prstGeom>
        </p:spPr>
        <p:txBody>
          <a:bodyPr anchor="t"/>
          <a:lstStyle>
            <a:lvl1pPr>
              <a:defRPr sz="3000">
                <a:solidFill>
                  <a:srgbClr val="000000"/>
                </a:solidFill>
              </a:defRPr>
            </a:lvl1pPr>
            <a:lvl2pPr marL="0" indent="0">
              <a:buSzTx/>
              <a:buNone/>
              <a:defRPr sz="3000">
                <a:solidFill>
                  <a:srgbClr val="000000"/>
                </a:solidFill>
              </a:defRPr>
            </a:lvl2pPr>
            <a:lvl3pPr marL="0" indent="0">
              <a:buSzTx/>
              <a:buNone/>
              <a:defRPr sz="3000">
                <a:solidFill>
                  <a:srgbClr val="000000"/>
                </a:solidFill>
              </a:defRPr>
            </a:lvl3pPr>
            <a:lvl4pPr marL="0" indent="0">
              <a:buSzTx/>
              <a:buNone/>
              <a:defRPr sz="3000">
                <a:solidFill>
                  <a:srgbClr val="000000"/>
                </a:solidFill>
              </a:defRPr>
            </a:lvl4pPr>
            <a:lvl5pPr marL="0" indent="0">
              <a:buSzTx/>
              <a:buNone/>
              <a:defRPr sz="30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48" name="Slide Number"/>
          <p:cNvSpPr txBox="1">
            <a:spLocks noGrp="1"/>
          </p:cNvSpPr>
          <p:nvPr>
            <p:ph type="sldNum" sz="quarter" idx="2"/>
          </p:nvPr>
        </p:nvSpPr>
        <p:spPr>
          <a:xfrm>
            <a:off x="11795875" y="6507502"/>
            <a:ext cx="139701" cy="165101"/>
          </a:xfrm>
          <a:prstGeom prst="rect">
            <a:avLst/>
          </a:prstGeom>
        </p:spPr>
        <p:txBody>
          <a:bodyPr/>
          <a:lstStyle>
            <a:lvl1pPr>
              <a:defRPr>
                <a:solidFill>
                  <a:srgbClr val="000000"/>
                </a:solidFill>
              </a:defRPr>
            </a:lvl1pPr>
          </a:lstStyle>
          <a:p>
            <a:fld id="{86CB4B4D-7CA3-9044-876B-883B54F8677D}" type="slidenum">
              <a:t>‹#›</a:t>
            </a:fld>
            <a:endParaRPr/>
          </a:p>
        </p:txBody>
      </p:sp>
    </p:spTree>
    <p:extLst>
      <p:ext uri="{BB962C8B-B14F-4D97-AF65-F5344CB8AC3E}">
        <p14:creationId xmlns:p14="http://schemas.microsoft.com/office/powerpoint/2010/main" val="213494812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913318-CA6B-834D-8A14-43B0588929BB}"/>
              </a:ext>
            </a:extLst>
          </p:cNvPr>
          <p:cNvSpPr>
            <a:spLocks noGrp="1"/>
          </p:cNvSpPr>
          <p:nvPr>
            <p:ph type="dt" sz="half" idx="10"/>
          </p:nvPr>
        </p:nvSpPr>
        <p:spPr/>
        <p:txBody>
          <a:bodyPr/>
          <a:lstStyle/>
          <a:p>
            <a:fld id="{1D140330-E69F-AA40-B591-1D7A3908564B}" type="datetimeFigureOut">
              <a:rPr lang="en-US" smtClean="0"/>
              <a:t>5/29/2026</a:t>
            </a:fld>
            <a:endParaRPr lang="en-US"/>
          </a:p>
        </p:txBody>
      </p:sp>
      <p:sp>
        <p:nvSpPr>
          <p:cNvPr id="3" name="Footer Placeholder 2">
            <a:extLst>
              <a:ext uri="{FF2B5EF4-FFF2-40B4-BE49-F238E27FC236}">
                <a16:creationId xmlns:a16="http://schemas.microsoft.com/office/drawing/2014/main" id="{BE61E946-DC03-7B43-8A48-430CB8DE2E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DD21C5-EB7E-9148-9DC6-E59F7EE9EF4E}"/>
              </a:ext>
            </a:extLst>
          </p:cNvPr>
          <p:cNvSpPr>
            <a:spLocks noGrp="1"/>
          </p:cNvSpPr>
          <p:nvPr>
            <p:ph type="sldNum" sz="quarter" idx="12"/>
          </p:nvPr>
        </p:nvSpPr>
        <p:spPr>
          <a:xfrm>
            <a:off x="11795875" y="6450353"/>
            <a:ext cx="157094" cy="161583"/>
          </a:xfrm>
          <a:prstGeom prst="rect">
            <a:avLst/>
          </a:prstGeom>
        </p:spPr>
        <p:txBody>
          <a:bodyPr/>
          <a:lstStyle/>
          <a:p>
            <a:fld id="{DA24FC64-8DA5-8048-B822-6F60D1A2643B}" type="slidenum">
              <a:rPr lang="en-US" smtClean="0"/>
              <a:t>‹#›</a:t>
            </a:fld>
            <a:endParaRPr lang="en-US"/>
          </a:p>
        </p:txBody>
      </p:sp>
    </p:spTree>
    <p:extLst>
      <p:ext uri="{BB962C8B-B14F-4D97-AF65-F5344CB8AC3E}">
        <p14:creationId xmlns:p14="http://schemas.microsoft.com/office/powerpoint/2010/main" val="3151319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261256" y="196999"/>
            <a:ext cx="11006887" cy="415498"/>
          </a:xfrm>
          <a:prstGeom prst="rect">
            <a:avLst/>
          </a:prstGeom>
        </p:spPr>
        <p:txBody>
          <a:bodyPr lIns="0" tIns="0" rIns="0" bIns="0">
            <a:spAutoFit/>
          </a:bodyPr>
          <a:lstStyle>
            <a:lvl1pPr marL="0" indent="0">
              <a:buFontTx/>
              <a:buNone/>
              <a:defRPr sz="3000" b="1">
                <a:latin typeface="Segoe UI" panose="020B0502040204020203" pitchFamily="34" charset="0"/>
                <a:cs typeface="Segoe UI" panose="020B0502040204020203"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Slide Number Placeholder 5"/>
          <p:cNvSpPr>
            <a:spLocks noGrp="1"/>
          </p:cNvSpPr>
          <p:nvPr>
            <p:ph type="sldNum" sz="quarter" idx="14"/>
          </p:nvPr>
        </p:nvSpPr>
        <p:spPr>
          <a:xfrm>
            <a:off x="11803063" y="6511925"/>
            <a:ext cx="149225" cy="152400"/>
          </a:xfrm>
          <a:prstGeom prst="rect">
            <a:avLst/>
          </a:prstGeom>
        </p:spPr>
        <p:txBody>
          <a:bodyPr wrap="none" lIns="0" tIns="0" rIns="0" bIns="0">
            <a:spAutoFit/>
          </a:bodyPr>
          <a:lstStyle>
            <a:lvl1pPr>
              <a:defRPr sz="1050"/>
            </a:lvl1pPr>
          </a:lstStyle>
          <a:p>
            <a:pPr>
              <a:defRPr/>
            </a:pPr>
            <a:fld id="{73B942F6-3169-4055-A95A-9988DB9213CF}" type="slidenum">
              <a:rPr lang="en-IN" altLang="en-IN">
                <a:solidFill>
                  <a:prstClr val="black"/>
                </a:solidFill>
              </a:rPr>
              <a:pPr>
                <a:defRPr/>
              </a:pPr>
              <a:t>‹#›</a:t>
            </a:fld>
            <a:endParaRPr lang="en-IN" altLang="en-IN">
              <a:solidFill>
                <a:prstClr val="black"/>
              </a:solidFill>
            </a:endParaRPr>
          </a:p>
        </p:txBody>
      </p:sp>
    </p:spTree>
    <p:extLst>
      <p:ext uri="{BB962C8B-B14F-4D97-AF65-F5344CB8AC3E}">
        <p14:creationId xmlns:p14="http://schemas.microsoft.com/office/powerpoint/2010/main" val="273022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48" name="Slide Number"/>
          <p:cNvSpPr txBox="1">
            <a:spLocks noGrp="1"/>
          </p:cNvSpPr>
          <p:nvPr>
            <p:ph type="sldNum" sz="quarter" idx="2"/>
          </p:nvPr>
        </p:nvSpPr>
        <p:spPr>
          <a:xfrm>
            <a:off x="11795875" y="6507502"/>
            <a:ext cx="139701" cy="165101"/>
          </a:xfrm>
          <a:prstGeom prst="rect">
            <a:avLst/>
          </a:prstGeom>
        </p:spPr>
        <p:txBody>
          <a:bodyPr/>
          <a:lstStyle>
            <a:lvl1pPr>
              <a:defRPr>
                <a:solidFill>
                  <a:srgbClr val="000000"/>
                </a:solidFill>
              </a:defRPr>
            </a:lvl1pPr>
          </a:lstStyle>
          <a:p>
            <a:fld id="{86CB4B4D-7CA3-9044-876B-883B54F8677D}" type="slidenum">
              <a:t>‹#›</a:t>
            </a:fld>
            <a:endParaRPr/>
          </a:p>
        </p:txBody>
      </p:sp>
    </p:spTree>
    <p:extLst>
      <p:ext uri="{BB962C8B-B14F-4D97-AF65-F5344CB8AC3E}">
        <p14:creationId xmlns:p14="http://schemas.microsoft.com/office/powerpoint/2010/main" val="61466580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a:prstGeom prst="rect">
            <a:avLst/>
          </a:prstGeom>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a:xfrm>
            <a:off x="677334" y="2160589"/>
            <a:ext cx="8596668" cy="38807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205133" y="6041362"/>
            <a:ext cx="911939" cy="365125"/>
          </a:xfrm>
          <a:prstGeom prst="rect">
            <a:avLst/>
          </a:prstGeom>
        </p:spPr>
        <p:txBody>
          <a:bodyPr/>
          <a:lstStyle/>
          <a:p>
            <a:fld id="{6C9A52C6-8449-46B1-ADB8-14B0F978F51C}" type="datetimeFigureOut">
              <a:rPr lang="en-IN" smtClean="0"/>
              <a:t>29-05-2026</a:t>
            </a:fld>
            <a:endParaRPr lang="en-IN"/>
          </a:p>
        </p:txBody>
      </p:sp>
      <p:sp>
        <p:nvSpPr>
          <p:cNvPr id="5" name="Footer Placeholder 4"/>
          <p:cNvSpPr>
            <a:spLocks noGrp="1"/>
          </p:cNvSpPr>
          <p:nvPr>
            <p:ph type="ftr" sz="quarter" idx="11"/>
          </p:nvPr>
        </p:nvSpPr>
        <p:spPr>
          <a:xfrm>
            <a:off x="677334" y="6041362"/>
            <a:ext cx="6297612"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8590663" y="6041362"/>
            <a:ext cx="683339" cy="365125"/>
          </a:xfrm>
          <a:prstGeom prst="rect">
            <a:avLst/>
          </a:prstGeom>
        </p:spPr>
        <p:txBody>
          <a:bodyPr/>
          <a:lstStyle/>
          <a:p>
            <a:fld id="{CB9FAA9A-4F67-4D51-8575-DA8614550649}" type="slidenum">
              <a:rPr lang="en-IN" smtClean="0"/>
              <a:t>‹#›</a:t>
            </a:fld>
            <a:endParaRPr lang="en-IN"/>
          </a:p>
        </p:txBody>
      </p:sp>
    </p:spTree>
    <p:extLst>
      <p:ext uri="{BB962C8B-B14F-4D97-AF65-F5344CB8AC3E}">
        <p14:creationId xmlns:p14="http://schemas.microsoft.com/office/powerpoint/2010/main" val="40819932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tiff"/><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descr="Picture 6">
            <a:extLst>
              <a:ext uri="{FF2B5EF4-FFF2-40B4-BE49-F238E27FC236}">
                <a16:creationId xmlns:a16="http://schemas.microsoft.com/office/drawing/2014/main" id="{BE9807D8-7BAD-BB4A-9B3A-ACFC0B2377C0}"/>
              </a:ext>
            </a:extLst>
          </p:cNvPr>
          <p:cNvPicPr>
            <a:picLocks noChangeAspect="1"/>
          </p:cNvPicPr>
          <p:nvPr userDrawn="1"/>
        </p:nvPicPr>
        <p:blipFill rotWithShape="1">
          <a:blip r:embed="rId9" cstate="email">
            <a:extLst>
              <a:ext uri="{28A0092B-C50C-407E-A947-70E740481C1C}">
                <a14:useLocalDpi xmlns:a14="http://schemas.microsoft.com/office/drawing/2010/main"/>
              </a:ext>
            </a:extLst>
          </a:blip>
          <a:srcRect/>
          <a:stretch/>
        </p:blipFill>
        <p:spPr>
          <a:xfrm>
            <a:off x="11856388" y="6410797"/>
            <a:ext cx="361012" cy="377727"/>
          </a:xfrm>
          <a:prstGeom prst="rect">
            <a:avLst/>
          </a:prstGeom>
          <a:ln w="12700">
            <a:miter lim="400000"/>
          </a:ln>
        </p:spPr>
      </p:pic>
      <p:pic>
        <p:nvPicPr>
          <p:cNvPr id="23" name="Picture 22">
            <a:extLst>
              <a:ext uri="{FF2B5EF4-FFF2-40B4-BE49-F238E27FC236}">
                <a16:creationId xmlns:a16="http://schemas.microsoft.com/office/drawing/2014/main" id="{046ACC73-F7DB-AD45-B7D4-D71CE8E75AC2}"/>
              </a:ext>
            </a:extLst>
          </p:cNvPr>
          <p:cNvPicPr>
            <a:picLocks noChangeAspect="1"/>
          </p:cNvPicPr>
          <p:nvPr userDrawn="1"/>
        </p:nvPicPr>
        <p:blipFill rotWithShape="1">
          <a:blip r:embed="rId10" cstate="email">
            <a:clrChange>
              <a:clrFrom>
                <a:srgbClr val="FFFFFF"/>
              </a:clrFrom>
              <a:clrTo>
                <a:srgbClr val="FFFFFF">
                  <a:alpha val="0"/>
                </a:srgbClr>
              </a:clrTo>
            </a:clrChange>
            <a:alphaModFix amt="5000"/>
            <a:extLst>
              <a:ext uri="{28A0092B-C50C-407E-A947-70E740481C1C}">
                <a14:useLocalDpi xmlns:a14="http://schemas.microsoft.com/office/drawing/2010/main"/>
              </a:ext>
            </a:extLst>
          </a:blip>
          <a:srcRect/>
          <a:stretch/>
        </p:blipFill>
        <p:spPr>
          <a:xfrm>
            <a:off x="3519746" y="2707292"/>
            <a:ext cx="5152516" cy="1457277"/>
          </a:xfrm>
          <a:prstGeom prst="rect">
            <a:avLst/>
          </a:prstGeom>
        </p:spPr>
      </p:pic>
      <p:grpSp>
        <p:nvGrpSpPr>
          <p:cNvPr id="2" name="Group 1">
            <a:extLst>
              <a:ext uri="{FF2B5EF4-FFF2-40B4-BE49-F238E27FC236}">
                <a16:creationId xmlns:a16="http://schemas.microsoft.com/office/drawing/2014/main" id="{2B6DC166-A170-3E42-B4AD-26EA1A1C8CEB}"/>
              </a:ext>
            </a:extLst>
          </p:cNvPr>
          <p:cNvGrpSpPr/>
          <p:nvPr userDrawn="1"/>
        </p:nvGrpSpPr>
        <p:grpSpPr>
          <a:xfrm>
            <a:off x="4049" y="-5188"/>
            <a:ext cx="12192000" cy="121063"/>
            <a:chOff x="71284" y="-5188"/>
            <a:chExt cx="12192000" cy="121063"/>
          </a:xfrm>
        </p:grpSpPr>
        <p:sp>
          <p:nvSpPr>
            <p:cNvPr id="9" name="Rectangle 8">
              <a:extLst>
                <a:ext uri="{FF2B5EF4-FFF2-40B4-BE49-F238E27FC236}">
                  <a16:creationId xmlns:a16="http://schemas.microsoft.com/office/drawing/2014/main" id="{62885FAD-DA8A-5A49-B4F9-A28B4FF86C4C}"/>
                </a:ext>
              </a:extLst>
            </p:cNvPr>
            <p:cNvSpPr/>
            <p:nvPr userDrawn="1"/>
          </p:nvSpPr>
          <p:spPr>
            <a:xfrm>
              <a:off x="71284" y="2113"/>
              <a:ext cx="12192000" cy="1137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2495B3-305C-DB47-B2CA-C18672279B5A}"/>
                </a:ext>
              </a:extLst>
            </p:cNvPr>
            <p:cNvSpPr/>
            <p:nvPr userDrawn="1"/>
          </p:nvSpPr>
          <p:spPr>
            <a:xfrm>
              <a:off x="71284" y="-5188"/>
              <a:ext cx="12192000" cy="39872"/>
            </a:xfrm>
            <a:prstGeom prst="rect">
              <a:avLst/>
            </a:prstGeom>
            <a:solidFill>
              <a:srgbClr val="1768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DBB3FBF3-36CB-6343-A672-99FE7DD6BFAC}"/>
              </a:ext>
            </a:extLst>
          </p:cNvPr>
          <p:cNvGrpSpPr/>
          <p:nvPr userDrawn="1"/>
        </p:nvGrpSpPr>
        <p:grpSpPr>
          <a:xfrm rot="10800000">
            <a:off x="0" y="6736937"/>
            <a:ext cx="12192000" cy="121063"/>
            <a:chOff x="71284" y="-5188"/>
            <a:chExt cx="12192000" cy="121063"/>
          </a:xfrm>
        </p:grpSpPr>
        <p:sp>
          <p:nvSpPr>
            <p:cNvPr id="17" name="Rectangle 16">
              <a:extLst>
                <a:ext uri="{FF2B5EF4-FFF2-40B4-BE49-F238E27FC236}">
                  <a16:creationId xmlns:a16="http://schemas.microsoft.com/office/drawing/2014/main" id="{D73F0E1B-2D8E-8A4C-91B8-9568227E95A3}"/>
                </a:ext>
              </a:extLst>
            </p:cNvPr>
            <p:cNvSpPr/>
            <p:nvPr userDrawn="1"/>
          </p:nvSpPr>
          <p:spPr>
            <a:xfrm>
              <a:off x="71284" y="2113"/>
              <a:ext cx="12192000" cy="113762"/>
            </a:xfrm>
            <a:prstGeom prst="rect">
              <a:avLst/>
            </a:prstGeom>
            <a:solidFill>
              <a:srgbClr val="E5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5A4A638-33B7-A247-901E-EE873C9BA38A}"/>
                </a:ext>
              </a:extLst>
            </p:cNvPr>
            <p:cNvSpPr/>
            <p:nvPr userDrawn="1"/>
          </p:nvSpPr>
          <p:spPr>
            <a:xfrm>
              <a:off x="71284" y="-5188"/>
              <a:ext cx="12192000" cy="39872"/>
            </a:xfrm>
            <a:prstGeom prst="rect">
              <a:avLst/>
            </a:prstGeom>
            <a:solidFill>
              <a:srgbClr val="807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5866081"/>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709"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1030"/>
          <p:cNvSpPr>
            <a:spLocks noGrp="1" noRot="1" noChangeAspect="1" noMove="1" noResize="1" noEditPoints="1" noAdjustHandles="1" noChangeArrowheads="1" noChangeShapeType="1" noTextEdit="1"/>
          </p:cNvSpPr>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Slide Number Placeholder 4">
            <a:extLst>
              <a:ext uri="{FF2B5EF4-FFF2-40B4-BE49-F238E27FC236}">
                <a16:creationId xmlns:a16="http://schemas.microsoft.com/office/drawing/2014/main" id="{B31B8845-D2C5-5536-A8FF-04653E8B73B4}"/>
              </a:ext>
            </a:extLst>
          </p:cNvPr>
          <p:cNvSpPr>
            <a:spLocks noGrp="1"/>
          </p:cNvSpPr>
          <p:nvPr>
            <p:ph type="sldNum" sz="quarter" idx="12"/>
          </p:nvPr>
        </p:nvSpPr>
        <p:spPr/>
        <p:txBody>
          <a:bodyPr/>
          <a:lstStyle/>
          <a:p>
            <a:fld id="{F5612885-E222-46C0-A73A-0560EABD79A8}" type="slidenum">
              <a:rPr lang="en-IN" sz="1000" smtClean="0"/>
              <a:t>1</a:t>
            </a:fld>
            <a:endParaRPr lang="en-IN" sz="1000"/>
          </a:p>
        </p:txBody>
      </p:sp>
      <p:sp>
        <p:nvSpPr>
          <p:cNvPr id="4" name="TextBox 3">
            <a:extLst>
              <a:ext uri="{FF2B5EF4-FFF2-40B4-BE49-F238E27FC236}">
                <a16:creationId xmlns:a16="http://schemas.microsoft.com/office/drawing/2014/main" id="{FB037355-0C3C-64C1-03B7-6C9BAA0F8EF8}"/>
              </a:ext>
            </a:extLst>
          </p:cNvPr>
          <p:cNvSpPr txBox="1"/>
          <p:nvPr/>
        </p:nvSpPr>
        <p:spPr>
          <a:xfrm>
            <a:off x="1798996" y="2499825"/>
            <a:ext cx="62101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sz="4000" b="1">
                <a:solidFill>
                  <a:srgbClr val="1F8E91"/>
                </a:solidFill>
                <a:latin typeface="Aptos"/>
              </a:rPr>
              <a:t>GTF BI Evaluation</a:t>
            </a:r>
          </a:p>
          <a:p>
            <a:r>
              <a:rPr sz="2200">
                <a:solidFill>
                  <a:srgbClr val="222B2E"/>
                </a:solidFill>
                <a:latin typeface="Aptos"/>
              </a:rPr>
              <a:t>Tableau vs Power BI on the </a:t>
            </a:r>
            <a:r>
              <a:rPr sz="2200" err="1">
                <a:solidFill>
                  <a:srgbClr val="222B2E"/>
                </a:solidFill>
                <a:latin typeface="Aptos"/>
              </a:rPr>
              <a:t>AtScale</a:t>
            </a:r>
            <a:r>
              <a:rPr sz="2200">
                <a:solidFill>
                  <a:srgbClr val="222B2E"/>
                </a:solidFill>
                <a:latin typeface="Aptos"/>
              </a:rPr>
              <a:t> Architecture</a:t>
            </a:r>
          </a:p>
          <a:p>
            <a:r>
              <a:rPr sz="1600">
                <a:solidFill>
                  <a:srgbClr val="5A666A"/>
                </a:solidFill>
                <a:latin typeface="Aptos"/>
              </a:rPr>
              <a:t>Discovery &amp; Recommendation Readout</a:t>
            </a:r>
          </a:p>
        </p:txBody>
      </p:sp>
      <p:sp>
        <p:nvSpPr>
          <p:cNvPr id="6" name="Rectangle 5">
            <a:extLst>
              <a:ext uri="{FF2B5EF4-FFF2-40B4-BE49-F238E27FC236}">
                <a16:creationId xmlns:a16="http://schemas.microsoft.com/office/drawing/2014/main" id="{19D372F4-5000-D38D-DB2F-E0411A6A93B3}"/>
              </a:ext>
            </a:extLst>
          </p:cNvPr>
          <p:cNvSpPr>
            <a:spLocks noGrp="1" noRot="1" noChangeAspect="1" noMove="1" noResize="1" noEditPoints="1" noAdjustHandles="1" noChangeArrowheads="1" noChangeShapeType="1" noTextEdit="1"/>
          </p:cNvSpPr>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7" name="Group 6">
            <a:extLst>
              <a:ext uri="{FF2B5EF4-FFF2-40B4-BE49-F238E27FC236}">
                <a16:creationId xmlns:a16="http://schemas.microsoft.com/office/drawing/2014/main" id="{D54C02FF-9BCB-7E26-EA32-0FD6756D0DF4}"/>
              </a:ext>
            </a:extLst>
          </p:cNvPr>
          <p:cNvGrpSpPr/>
          <p:nvPr/>
        </p:nvGrpSpPr>
        <p:grpSpPr>
          <a:xfrm rot="2700000">
            <a:off x="10967489" y="2157469"/>
            <a:ext cx="2008299" cy="2041410"/>
            <a:chOff x="10967489" y="2157469"/>
            <a:chExt cx="1316462" cy="1323298"/>
          </a:xfrm>
        </p:grpSpPr>
        <p:sp>
          <p:nvSpPr>
            <p:cNvPr id="14" name="Freeform 6">
              <a:extLst>
                <a:ext uri="{FF2B5EF4-FFF2-40B4-BE49-F238E27FC236}">
                  <a16:creationId xmlns:a16="http://schemas.microsoft.com/office/drawing/2014/main" id="{4A39FF88-710F-BA83-9BCF-5D26BDE7127E}"/>
                </a:ext>
              </a:extLst>
            </p:cNvPr>
            <p:cNvSpPr/>
            <p:nvPr/>
          </p:nvSpPr>
          <p:spPr>
            <a:xfrm>
              <a:off x="10967489" y="2195569"/>
              <a:ext cx="1316462" cy="1285198"/>
            </a:xfrm>
            <a:custGeom>
              <a:avLst/>
              <a:gdLst/>
              <a:ahLst/>
              <a:cxnLst/>
              <a:rect l="l" t="t" r="r" b="b"/>
              <a:pathLst>
                <a:path w="1316462" h="1285198">
                  <a:moveTo>
                    <a:pt x="0" y="0"/>
                  </a:moveTo>
                  <a:lnTo>
                    <a:pt x="1316462" y="0"/>
                  </a:lnTo>
                  <a:lnTo>
                    <a:pt x="1316462" y="1285198"/>
                  </a:lnTo>
                  <a:lnTo>
                    <a:pt x="0" y="1285198"/>
                  </a:lnTo>
                  <a:close/>
                </a:path>
              </a:pathLst>
            </a:custGeom>
            <a:solidFill>
              <a:srgbClr val="DCD400"/>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Box 7">
              <a:extLst>
                <a:ext uri="{FF2B5EF4-FFF2-40B4-BE49-F238E27FC236}">
                  <a16:creationId xmlns:a16="http://schemas.microsoft.com/office/drawing/2014/main" id="{50DFF37D-AE56-1A28-056C-B7BD1B5F56A0}"/>
                </a:ext>
              </a:extLst>
            </p:cNvPr>
            <p:cNvSpPr txBox="1"/>
            <p:nvPr/>
          </p:nvSpPr>
          <p:spPr>
            <a:xfrm>
              <a:off x="10967489" y="2157469"/>
              <a:ext cx="1316462" cy="1323298"/>
            </a:xfrm>
            <a:prstGeom prst="rect">
              <a:avLst/>
            </a:prstGeom>
          </p:spPr>
          <p:txBody>
            <a:bodyPr lIns="33867" tIns="33867" rIns="33867" bIns="33867"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6867A553-EC1F-8F54-A819-6EB5A46715E1}"/>
              </a:ext>
            </a:extLst>
          </p:cNvPr>
          <p:cNvGrpSpPr/>
          <p:nvPr/>
        </p:nvGrpSpPr>
        <p:grpSpPr>
          <a:xfrm rot="2700000">
            <a:off x="8699025" y="2147080"/>
            <a:ext cx="2008299" cy="2041410"/>
            <a:chOff x="8699025" y="2147080"/>
            <a:chExt cx="1316462" cy="1323298"/>
          </a:xfrm>
          <a:solidFill>
            <a:srgbClr val="1F8E91"/>
          </a:solidFill>
        </p:grpSpPr>
        <p:sp>
          <p:nvSpPr>
            <p:cNvPr id="12" name="Freeform 6">
              <a:extLst>
                <a:ext uri="{FF2B5EF4-FFF2-40B4-BE49-F238E27FC236}">
                  <a16:creationId xmlns:a16="http://schemas.microsoft.com/office/drawing/2014/main" id="{25B957A0-07F7-6F9E-C3B4-088C0B3689E9}"/>
                </a:ext>
              </a:extLst>
            </p:cNvPr>
            <p:cNvSpPr/>
            <p:nvPr/>
          </p:nvSpPr>
          <p:spPr>
            <a:xfrm>
              <a:off x="8699025" y="2185180"/>
              <a:ext cx="1316462" cy="1285198"/>
            </a:xfrm>
            <a:custGeom>
              <a:avLst/>
              <a:gdLst/>
              <a:ahLst/>
              <a:cxnLst/>
              <a:rect l="l" t="t" r="r" b="b"/>
              <a:pathLst>
                <a:path w="1316462" h="1285198">
                  <a:moveTo>
                    <a:pt x="0" y="0"/>
                  </a:moveTo>
                  <a:lnTo>
                    <a:pt x="1316462" y="0"/>
                  </a:lnTo>
                  <a:lnTo>
                    <a:pt x="1316462" y="1285198"/>
                  </a:lnTo>
                  <a:lnTo>
                    <a:pt x="0" y="1285198"/>
                  </a:lnTo>
                  <a:close/>
                </a:path>
              </a:pathLst>
            </a:custGeom>
            <a:gr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Box 7">
              <a:extLst>
                <a:ext uri="{FF2B5EF4-FFF2-40B4-BE49-F238E27FC236}">
                  <a16:creationId xmlns:a16="http://schemas.microsoft.com/office/drawing/2014/main" id="{10561BAC-6CCF-13CB-E5B3-583A63F887D9}"/>
                </a:ext>
              </a:extLst>
            </p:cNvPr>
            <p:cNvSpPr txBox="1"/>
            <p:nvPr/>
          </p:nvSpPr>
          <p:spPr>
            <a:xfrm>
              <a:off x="8699025" y="2147080"/>
              <a:ext cx="1316462" cy="1323298"/>
            </a:xfrm>
            <a:prstGeom prst="rect">
              <a:avLst/>
            </a:prstGeom>
            <a:grpFill/>
          </p:spPr>
          <p:txBody>
            <a:bodyPr lIns="33867" tIns="33867" rIns="33867" bIns="33867"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 name="Group 8">
            <a:extLst>
              <a:ext uri="{FF2B5EF4-FFF2-40B4-BE49-F238E27FC236}">
                <a16:creationId xmlns:a16="http://schemas.microsoft.com/office/drawing/2014/main" id="{9BFECA43-30DB-4841-11B6-25BA767A2B0B}"/>
              </a:ext>
            </a:extLst>
          </p:cNvPr>
          <p:cNvGrpSpPr/>
          <p:nvPr/>
        </p:nvGrpSpPr>
        <p:grpSpPr>
          <a:xfrm rot="2700000">
            <a:off x="9987076" y="2167860"/>
            <a:ext cx="2008299" cy="2041410"/>
            <a:chOff x="9987076" y="2167860"/>
            <a:chExt cx="1316462" cy="1323298"/>
          </a:xfrm>
          <a:solidFill>
            <a:srgbClr val="1F8E91"/>
          </a:solidFill>
        </p:grpSpPr>
        <p:sp>
          <p:nvSpPr>
            <p:cNvPr id="10" name="Freeform 6">
              <a:extLst>
                <a:ext uri="{FF2B5EF4-FFF2-40B4-BE49-F238E27FC236}">
                  <a16:creationId xmlns:a16="http://schemas.microsoft.com/office/drawing/2014/main" id="{E6A6E56D-A13F-2CD9-C7B5-6C9FC55F1A45}"/>
                </a:ext>
              </a:extLst>
            </p:cNvPr>
            <p:cNvSpPr/>
            <p:nvPr/>
          </p:nvSpPr>
          <p:spPr>
            <a:xfrm>
              <a:off x="9987076" y="2205960"/>
              <a:ext cx="1316462" cy="1285198"/>
            </a:xfrm>
            <a:custGeom>
              <a:avLst/>
              <a:gdLst/>
              <a:ahLst/>
              <a:cxnLst/>
              <a:rect l="l" t="t" r="r" b="b"/>
              <a:pathLst>
                <a:path w="1316462" h="1285198">
                  <a:moveTo>
                    <a:pt x="0" y="0"/>
                  </a:moveTo>
                  <a:lnTo>
                    <a:pt x="1316462" y="0"/>
                  </a:lnTo>
                  <a:lnTo>
                    <a:pt x="1316462" y="1285198"/>
                  </a:lnTo>
                  <a:lnTo>
                    <a:pt x="0" y="1285198"/>
                  </a:lnTo>
                  <a:close/>
                </a:path>
              </a:pathLst>
            </a:custGeom>
            <a:gr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Box 7">
              <a:extLst>
                <a:ext uri="{FF2B5EF4-FFF2-40B4-BE49-F238E27FC236}">
                  <a16:creationId xmlns:a16="http://schemas.microsoft.com/office/drawing/2014/main" id="{845BF228-1FAC-F571-C341-A2103AD44EC4}"/>
                </a:ext>
              </a:extLst>
            </p:cNvPr>
            <p:cNvSpPr txBox="1"/>
            <p:nvPr/>
          </p:nvSpPr>
          <p:spPr>
            <a:xfrm>
              <a:off x="9987076" y="2167860"/>
              <a:ext cx="1316462" cy="1323298"/>
            </a:xfrm>
            <a:prstGeom prst="rect">
              <a:avLst/>
            </a:prstGeom>
            <a:solidFill>
              <a:srgbClr val="2DB6BB"/>
            </a:solidFill>
          </p:spPr>
          <p:txBody>
            <a:bodyPr lIns="33867" tIns="33867" rIns="33867" bIns="33867"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ts val="1773"/>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6" name="Group 15">
            <a:extLst>
              <a:ext uri="{FF2B5EF4-FFF2-40B4-BE49-F238E27FC236}">
                <a16:creationId xmlns:a16="http://schemas.microsoft.com/office/drawing/2014/main" id="{21A8E5D3-2781-4E0C-7785-C8B5368E0FED}"/>
              </a:ext>
            </a:extLst>
          </p:cNvPr>
          <p:cNvGrpSpPr/>
          <p:nvPr/>
        </p:nvGrpSpPr>
        <p:grpSpPr>
          <a:xfrm>
            <a:off x="-262562" y="2213083"/>
            <a:ext cx="525124" cy="2026921"/>
            <a:chOff x="-262562" y="2213083"/>
            <a:chExt cx="207456" cy="800759"/>
          </a:xfrm>
        </p:grpSpPr>
        <p:sp>
          <p:nvSpPr>
            <p:cNvPr id="17" name="Freeform 3">
              <a:extLst>
                <a:ext uri="{FF2B5EF4-FFF2-40B4-BE49-F238E27FC236}">
                  <a16:creationId xmlns:a16="http://schemas.microsoft.com/office/drawing/2014/main" id="{F633C376-D099-53BD-AC14-9784BB65FCEE}"/>
                </a:ext>
              </a:extLst>
            </p:cNvPr>
            <p:cNvSpPr/>
            <p:nvPr/>
          </p:nvSpPr>
          <p:spPr>
            <a:xfrm>
              <a:off x="-262562" y="2251183"/>
              <a:ext cx="207456" cy="762659"/>
            </a:xfrm>
            <a:custGeom>
              <a:avLst/>
              <a:gdLst/>
              <a:ahLst/>
              <a:cxnLst/>
              <a:rect l="l" t="t" r="r" b="b"/>
              <a:pathLst>
                <a:path w="207456" h="762659">
                  <a:moveTo>
                    <a:pt x="0" y="0"/>
                  </a:moveTo>
                  <a:lnTo>
                    <a:pt x="207456" y="0"/>
                  </a:lnTo>
                  <a:lnTo>
                    <a:pt x="207456" y="762659"/>
                  </a:lnTo>
                  <a:lnTo>
                    <a:pt x="0" y="762659"/>
                  </a:lnTo>
                  <a:close/>
                </a:path>
              </a:pathLst>
            </a:custGeom>
            <a:solidFill>
              <a:srgbClr val="2DB6BB"/>
            </a:solid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Box 4">
              <a:extLst>
                <a:ext uri="{FF2B5EF4-FFF2-40B4-BE49-F238E27FC236}">
                  <a16:creationId xmlns:a16="http://schemas.microsoft.com/office/drawing/2014/main" id="{3E6D8649-67A3-98BD-AF25-CC3125B02CEF}"/>
                </a:ext>
              </a:extLst>
            </p:cNvPr>
            <p:cNvSpPr txBox="1"/>
            <p:nvPr/>
          </p:nvSpPr>
          <p:spPr>
            <a:xfrm>
              <a:off x="-262562" y="2213083"/>
              <a:ext cx="207456" cy="800759"/>
            </a:xfrm>
            <a:prstGeom prst="rect">
              <a:avLst/>
            </a:prstGeom>
          </p:spPr>
          <p:txBody>
            <a:bodyPr lIns="33867" tIns="33867" rIns="33867" bIns="33867"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ts val="1773"/>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 name="Picture 1" descr="A red text on a white background  AI-generated content may be incorrect.">
            <a:extLst>
              <a:ext uri="{FF2B5EF4-FFF2-40B4-BE49-F238E27FC236}">
                <a16:creationId xmlns:a16="http://schemas.microsoft.com/office/drawing/2014/main" id="{A6412D6A-A30C-D1AC-3224-CA7A13467C49}"/>
              </a:ext>
            </a:extLst>
          </p:cNvPr>
          <p:cNvPicPr>
            <a:picLocks noChangeAspect="1"/>
          </p:cNvPicPr>
          <p:nvPr/>
        </p:nvPicPr>
        <p:blipFill>
          <a:blip r:embed="rId2"/>
          <a:stretch>
            <a:fillRect/>
          </a:stretch>
        </p:blipFill>
        <p:spPr>
          <a:xfrm>
            <a:off x="11868912" y="209728"/>
            <a:ext cx="286046" cy="232642"/>
          </a:xfrm>
          <a:prstGeom prst="rect">
            <a:avLst/>
          </a:prstGeom>
        </p:spPr>
      </p:pic>
    </p:spTree>
    <p:extLst>
      <p:ext uri="{BB962C8B-B14F-4D97-AF65-F5344CB8AC3E}">
        <p14:creationId xmlns:p14="http://schemas.microsoft.com/office/powerpoint/2010/main" val="4031663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11430000" cy="502920"/>
          </a:xfrm>
          <a:prstGeom prst="rect">
            <a:avLst/>
          </a:prstGeom>
          <a:noFill/>
        </p:spPr>
        <p:txBody>
          <a:bodyPr wrap="none" lIns="0" tIns="0" rIns="0" bIns="0">
            <a:spAutoFit/>
          </a:bodyPr>
          <a:lstStyle/>
          <a:p>
            <a:r>
              <a:rPr sz="2800" b="1">
                <a:solidFill>
                  <a:srgbClr val="1F8E91"/>
                </a:solidFill>
                <a:latin typeface="Aptos"/>
              </a:rPr>
              <a:t>Business Requirements</a:t>
            </a:r>
            <a:r>
              <a:rPr sz="1800" b="0">
                <a:solidFill>
                  <a:srgbClr val="5A666A"/>
                </a:solidFill>
                <a:latin typeface="Aptos"/>
              </a:rPr>
              <a:t>   —   What GTF’s BI must deliver next</a:t>
            </a:r>
          </a:p>
        </p:txBody>
      </p:sp>
      <p:sp>
        <p:nvSpPr>
          <p:cNvPr id="3" name="Rectangle 2"/>
          <p:cNvSpPr/>
          <p:nvPr/>
        </p:nvSpPr>
        <p:spPr>
          <a:xfrm>
            <a:off x="411480" y="914400"/>
            <a:ext cx="822960" cy="45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8738" y="1199364"/>
            <a:ext cx="3655466" cy="222963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8738" y="1199364"/>
            <a:ext cx="3655466" cy="50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37338" y="1363956"/>
            <a:ext cx="502920" cy="502920"/>
          </a:xfrm>
          <a:prstGeom prst="ellipse">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01</a:t>
            </a:r>
          </a:p>
        </p:txBody>
      </p:sp>
      <p:sp>
        <p:nvSpPr>
          <p:cNvPr id="8" name="TextBox 7"/>
          <p:cNvSpPr txBox="1"/>
          <p:nvPr/>
        </p:nvSpPr>
        <p:spPr>
          <a:xfrm>
            <a:off x="1277418" y="1363956"/>
            <a:ext cx="2649626" cy="502920"/>
          </a:xfrm>
          <a:prstGeom prst="rect">
            <a:avLst/>
          </a:prstGeom>
          <a:noFill/>
        </p:spPr>
        <p:txBody>
          <a:bodyPr wrap="square" lIns="0" tIns="0" rIns="0" bIns="0">
            <a:spAutoFit/>
          </a:bodyPr>
          <a:lstStyle/>
          <a:p>
            <a:r>
              <a:rPr sz="1400" b="1">
                <a:solidFill>
                  <a:srgbClr val="222B2E"/>
                </a:solidFill>
                <a:latin typeface="Aptos"/>
              </a:rPr>
              <a:t>Strategic Vision</a:t>
            </a:r>
          </a:p>
        </p:txBody>
      </p:sp>
      <p:sp>
        <p:nvSpPr>
          <p:cNvPr id="9" name="TextBox 8"/>
          <p:cNvSpPr txBox="1"/>
          <p:nvPr/>
        </p:nvSpPr>
        <p:spPr>
          <a:xfrm>
            <a:off x="637338" y="1976604"/>
            <a:ext cx="3198266" cy="507831"/>
          </a:xfrm>
          <a:prstGeom prst="rect">
            <a:avLst/>
          </a:prstGeom>
          <a:noFill/>
        </p:spPr>
        <p:txBody>
          <a:bodyPr wrap="square" lIns="0" tIns="0" rIns="0" bIns="0">
            <a:spAutoFit/>
          </a:bodyPr>
          <a:lstStyle/>
          <a:p>
            <a:r>
              <a:rPr lang="en-IN" sz="1100" dirty="0">
                <a:solidFill>
                  <a:srgbClr val="5A666A"/>
                </a:solidFill>
                <a:latin typeface="Aptos"/>
              </a:rPr>
              <a:t>Equip leadership team with timely, decision-grade insights that connect day-to-day execution to enterprise strategy</a:t>
            </a:r>
            <a:endParaRPr sz="1100" dirty="0">
              <a:solidFill>
                <a:srgbClr val="5A666A"/>
              </a:solidFill>
              <a:latin typeface="Aptos"/>
            </a:endParaRPr>
          </a:p>
        </p:txBody>
      </p:sp>
      <p:sp>
        <p:nvSpPr>
          <p:cNvPr id="10" name="Rectangle 9"/>
          <p:cNvSpPr/>
          <p:nvPr/>
        </p:nvSpPr>
        <p:spPr>
          <a:xfrm>
            <a:off x="4265372" y="1199364"/>
            <a:ext cx="3655466" cy="222963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65372" y="1199364"/>
            <a:ext cx="3655466" cy="50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493972" y="1363956"/>
            <a:ext cx="502920" cy="502920"/>
          </a:xfrm>
          <a:prstGeom prst="ellipse">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02</a:t>
            </a:r>
          </a:p>
        </p:txBody>
      </p:sp>
      <p:sp>
        <p:nvSpPr>
          <p:cNvPr id="13" name="TextBox 12"/>
          <p:cNvSpPr txBox="1"/>
          <p:nvPr/>
        </p:nvSpPr>
        <p:spPr>
          <a:xfrm>
            <a:off x="5134052" y="1363956"/>
            <a:ext cx="2649626" cy="502920"/>
          </a:xfrm>
          <a:prstGeom prst="rect">
            <a:avLst/>
          </a:prstGeom>
          <a:noFill/>
        </p:spPr>
        <p:txBody>
          <a:bodyPr wrap="square" lIns="0" tIns="0" rIns="0" bIns="0">
            <a:spAutoFit/>
          </a:bodyPr>
          <a:lstStyle/>
          <a:p>
            <a:r>
              <a:rPr sz="1400" b="1">
                <a:solidFill>
                  <a:srgbClr val="222B2E"/>
                </a:solidFill>
                <a:latin typeface="Aptos"/>
              </a:rPr>
              <a:t>Self-Service</a:t>
            </a:r>
          </a:p>
        </p:txBody>
      </p:sp>
      <p:sp>
        <p:nvSpPr>
          <p:cNvPr id="14" name="TextBox 13"/>
          <p:cNvSpPr txBox="1"/>
          <p:nvPr/>
        </p:nvSpPr>
        <p:spPr>
          <a:xfrm>
            <a:off x="4493972" y="1976604"/>
            <a:ext cx="3198266" cy="1005839"/>
          </a:xfrm>
          <a:prstGeom prst="rect">
            <a:avLst/>
          </a:prstGeom>
          <a:noFill/>
        </p:spPr>
        <p:txBody>
          <a:bodyPr wrap="square" lIns="0" tIns="0" rIns="0" bIns="0">
            <a:spAutoFit/>
          </a:bodyPr>
          <a:lstStyle/>
          <a:p>
            <a:r>
              <a:rPr sz="1100">
                <a:solidFill>
                  <a:srgbClr val="5A666A"/>
                </a:solidFill>
                <a:latin typeface="Aptos"/>
              </a:rPr>
              <a:t>From “request a report” to “explore an answer.” Brand Leaders, RVPs, FBCs work without an analyst in the loop.</a:t>
            </a:r>
          </a:p>
        </p:txBody>
      </p:sp>
      <p:sp>
        <p:nvSpPr>
          <p:cNvPr id="15" name="Rectangle 14"/>
          <p:cNvSpPr/>
          <p:nvPr/>
        </p:nvSpPr>
        <p:spPr>
          <a:xfrm>
            <a:off x="8122006" y="1199364"/>
            <a:ext cx="3655466" cy="222963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22006" y="1199364"/>
            <a:ext cx="3655466" cy="50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350606" y="1363956"/>
            <a:ext cx="502920" cy="502920"/>
          </a:xfrm>
          <a:prstGeom prst="ellipse">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03</a:t>
            </a:r>
          </a:p>
        </p:txBody>
      </p:sp>
      <p:sp>
        <p:nvSpPr>
          <p:cNvPr id="18" name="TextBox 17"/>
          <p:cNvSpPr txBox="1"/>
          <p:nvPr/>
        </p:nvSpPr>
        <p:spPr>
          <a:xfrm>
            <a:off x="8990686" y="1363956"/>
            <a:ext cx="2649626" cy="502920"/>
          </a:xfrm>
          <a:prstGeom prst="rect">
            <a:avLst/>
          </a:prstGeom>
          <a:noFill/>
        </p:spPr>
        <p:txBody>
          <a:bodyPr wrap="square" lIns="0" tIns="0" rIns="0" bIns="0">
            <a:spAutoFit/>
          </a:bodyPr>
          <a:lstStyle/>
          <a:p>
            <a:r>
              <a:rPr sz="1400" b="1">
                <a:solidFill>
                  <a:srgbClr val="222B2E"/>
                </a:solidFill>
                <a:latin typeface="Aptos"/>
              </a:rPr>
              <a:t>AI-Era Readiness</a:t>
            </a:r>
          </a:p>
        </p:txBody>
      </p:sp>
      <p:sp>
        <p:nvSpPr>
          <p:cNvPr id="19" name="TextBox 18"/>
          <p:cNvSpPr txBox="1"/>
          <p:nvPr/>
        </p:nvSpPr>
        <p:spPr>
          <a:xfrm>
            <a:off x="8350606" y="1976604"/>
            <a:ext cx="3198266" cy="1005839"/>
          </a:xfrm>
          <a:prstGeom prst="rect">
            <a:avLst/>
          </a:prstGeom>
          <a:noFill/>
        </p:spPr>
        <p:txBody>
          <a:bodyPr wrap="square" lIns="0" tIns="0" rIns="0" bIns="0">
            <a:spAutoFit/>
          </a:bodyPr>
          <a:lstStyle/>
          <a:p>
            <a:r>
              <a:rPr sz="1100">
                <a:solidFill>
                  <a:srgbClr val="5A666A"/>
                </a:solidFill>
                <a:latin typeface="Aptos"/>
              </a:rPr>
              <a:t>NLQ, anomaly detection, copilots, smart narratives. The tool must stay credible for the next 5 years.</a:t>
            </a:r>
          </a:p>
        </p:txBody>
      </p:sp>
      <p:sp>
        <p:nvSpPr>
          <p:cNvPr id="20" name="Rectangle 19"/>
          <p:cNvSpPr/>
          <p:nvPr/>
        </p:nvSpPr>
        <p:spPr>
          <a:xfrm>
            <a:off x="408738" y="3619525"/>
            <a:ext cx="3655466" cy="222963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08738" y="3619525"/>
            <a:ext cx="3655466" cy="50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37338" y="3784117"/>
            <a:ext cx="502920" cy="502920"/>
          </a:xfrm>
          <a:prstGeom prst="ellipse">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04</a:t>
            </a:r>
          </a:p>
        </p:txBody>
      </p:sp>
      <p:sp>
        <p:nvSpPr>
          <p:cNvPr id="23" name="TextBox 22"/>
          <p:cNvSpPr txBox="1"/>
          <p:nvPr/>
        </p:nvSpPr>
        <p:spPr>
          <a:xfrm>
            <a:off x="1277418" y="3784117"/>
            <a:ext cx="2649626" cy="502920"/>
          </a:xfrm>
          <a:prstGeom prst="rect">
            <a:avLst/>
          </a:prstGeom>
          <a:noFill/>
        </p:spPr>
        <p:txBody>
          <a:bodyPr wrap="square" lIns="0" tIns="0" rIns="0" bIns="0">
            <a:spAutoFit/>
          </a:bodyPr>
          <a:lstStyle/>
          <a:p>
            <a:r>
              <a:rPr sz="1400" b="1">
                <a:solidFill>
                  <a:srgbClr val="222B2E"/>
                </a:solidFill>
                <a:latin typeface="Aptos"/>
              </a:rPr>
              <a:t>Insight-Driven</a:t>
            </a:r>
          </a:p>
        </p:txBody>
      </p:sp>
      <p:sp>
        <p:nvSpPr>
          <p:cNvPr id="24" name="TextBox 23"/>
          <p:cNvSpPr txBox="1"/>
          <p:nvPr/>
        </p:nvSpPr>
        <p:spPr>
          <a:xfrm>
            <a:off x="637338" y="4396765"/>
            <a:ext cx="3198266" cy="507831"/>
          </a:xfrm>
          <a:prstGeom prst="rect">
            <a:avLst/>
          </a:prstGeom>
          <a:noFill/>
        </p:spPr>
        <p:txBody>
          <a:bodyPr wrap="square" lIns="0" tIns="0" rIns="0" bIns="0">
            <a:spAutoFit/>
          </a:bodyPr>
          <a:lstStyle/>
          <a:p>
            <a:r>
              <a:rPr sz="1100" dirty="0">
                <a:solidFill>
                  <a:srgbClr val="5A666A"/>
                </a:solidFill>
                <a:latin typeface="Aptos"/>
              </a:rPr>
              <a:t>Action boards, not data dumps. Replace 6-page reports with decision-ready</a:t>
            </a:r>
            <a:r>
              <a:rPr lang="en-IN" sz="1100" dirty="0">
                <a:solidFill>
                  <a:srgbClr val="5A666A"/>
                </a:solidFill>
                <a:latin typeface="Aptos"/>
              </a:rPr>
              <a:t> </a:t>
            </a:r>
            <a:r>
              <a:rPr sz="1100" dirty="0">
                <a:solidFill>
                  <a:srgbClr val="5A666A"/>
                </a:solidFill>
                <a:latin typeface="Aptos"/>
              </a:rPr>
              <a:t>surfaces built per audience.</a:t>
            </a:r>
          </a:p>
        </p:txBody>
      </p:sp>
      <p:sp>
        <p:nvSpPr>
          <p:cNvPr id="25" name="Rectangle 24"/>
          <p:cNvSpPr/>
          <p:nvPr/>
        </p:nvSpPr>
        <p:spPr>
          <a:xfrm>
            <a:off x="4265372" y="3619525"/>
            <a:ext cx="3655466" cy="222963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265372" y="3619525"/>
            <a:ext cx="3655466" cy="50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493972" y="3784117"/>
            <a:ext cx="502920" cy="502920"/>
          </a:xfrm>
          <a:prstGeom prst="ellipse">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05</a:t>
            </a:r>
          </a:p>
        </p:txBody>
      </p:sp>
      <p:sp>
        <p:nvSpPr>
          <p:cNvPr id="28" name="TextBox 27"/>
          <p:cNvSpPr txBox="1"/>
          <p:nvPr/>
        </p:nvSpPr>
        <p:spPr>
          <a:xfrm>
            <a:off x="5134052" y="3784117"/>
            <a:ext cx="2649626" cy="502920"/>
          </a:xfrm>
          <a:prstGeom prst="rect">
            <a:avLst/>
          </a:prstGeom>
          <a:noFill/>
        </p:spPr>
        <p:txBody>
          <a:bodyPr wrap="square" lIns="0" tIns="0" rIns="0" bIns="0">
            <a:spAutoFit/>
          </a:bodyPr>
          <a:lstStyle/>
          <a:p>
            <a:r>
              <a:rPr sz="1400" b="1">
                <a:solidFill>
                  <a:srgbClr val="222B2E"/>
                </a:solidFill>
                <a:latin typeface="Aptos"/>
              </a:rPr>
              <a:t>One Platform, All Audiences</a:t>
            </a:r>
          </a:p>
        </p:txBody>
      </p:sp>
      <p:sp>
        <p:nvSpPr>
          <p:cNvPr id="29" name="TextBox 28"/>
          <p:cNvSpPr txBox="1"/>
          <p:nvPr/>
        </p:nvSpPr>
        <p:spPr>
          <a:xfrm>
            <a:off x="4493972" y="4396765"/>
            <a:ext cx="3198266" cy="1005839"/>
          </a:xfrm>
          <a:prstGeom prst="rect">
            <a:avLst/>
          </a:prstGeom>
          <a:noFill/>
        </p:spPr>
        <p:txBody>
          <a:bodyPr wrap="square" lIns="0" tIns="0" rIns="0" bIns="0">
            <a:spAutoFit/>
          </a:bodyPr>
          <a:lstStyle/>
          <a:p>
            <a:r>
              <a:rPr sz="1100">
                <a:solidFill>
                  <a:srgbClr val="5A666A"/>
                </a:solidFill>
                <a:latin typeface="Aptos"/>
              </a:rPr>
              <a:t>Corporate + franchisees + partners on one governed, embedded, RLS-secured surface.</a:t>
            </a:r>
          </a:p>
        </p:txBody>
      </p:sp>
      <p:sp>
        <p:nvSpPr>
          <p:cNvPr id="30" name="Rectangle 29"/>
          <p:cNvSpPr/>
          <p:nvPr/>
        </p:nvSpPr>
        <p:spPr>
          <a:xfrm>
            <a:off x="8122006" y="3619525"/>
            <a:ext cx="3655466" cy="222963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122006" y="3619525"/>
            <a:ext cx="3655466" cy="50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350606" y="3784117"/>
            <a:ext cx="502920" cy="502920"/>
          </a:xfrm>
          <a:prstGeom prst="ellipse">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06</a:t>
            </a:r>
          </a:p>
        </p:txBody>
      </p:sp>
      <p:sp>
        <p:nvSpPr>
          <p:cNvPr id="33" name="TextBox 32"/>
          <p:cNvSpPr txBox="1"/>
          <p:nvPr/>
        </p:nvSpPr>
        <p:spPr>
          <a:xfrm>
            <a:off x="8990686" y="3784117"/>
            <a:ext cx="2649626" cy="502920"/>
          </a:xfrm>
          <a:prstGeom prst="rect">
            <a:avLst/>
          </a:prstGeom>
          <a:noFill/>
        </p:spPr>
        <p:txBody>
          <a:bodyPr wrap="square" lIns="0" tIns="0" rIns="0" bIns="0">
            <a:spAutoFit/>
          </a:bodyPr>
          <a:lstStyle/>
          <a:p>
            <a:r>
              <a:rPr sz="1400" b="1">
                <a:solidFill>
                  <a:srgbClr val="222B2E"/>
                </a:solidFill>
                <a:latin typeface="Aptos"/>
              </a:rPr>
              <a:t>TCO &amp; Cost Discipline</a:t>
            </a:r>
          </a:p>
        </p:txBody>
      </p:sp>
      <p:sp>
        <p:nvSpPr>
          <p:cNvPr id="34" name="TextBox 33"/>
          <p:cNvSpPr txBox="1"/>
          <p:nvPr/>
        </p:nvSpPr>
        <p:spPr>
          <a:xfrm>
            <a:off x="8350606" y="4396765"/>
            <a:ext cx="3198266" cy="338554"/>
          </a:xfrm>
          <a:prstGeom prst="rect">
            <a:avLst/>
          </a:prstGeom>
          <a:noFill/>
        </p:spPr>
        <p:txBody>
          <a:bodyPr wrap="square" lIns="0" tIns="0" rIns="0" bIns="0">
            <a:spAutoFit/>
          </a:bodyPr>
          <a:lstStyle/>
          <a:p>
            <a:r>
              <a:rPr sz="1100" dirty="0">
                <a:solidFill>
                  <a:srgbClr val="5A666A"/>
                </a:solidFill>
                <a:latin typeface="Aptos"/>
              </a:rPr>
              <a:t>Right-size licensing, capacity, gateways, and operations against value delivered.</a:t>
            </a:r>
          </a:p>
        </p:txBody>
      </p:sp>
      <p:sp>
        <p:nvSpPr>
          <p:cNvPr id="35" name="Rectangle 34"/>
          <p:cNvSpPr/>
          <p:nvPr/>
        </p:nvSpPr>
        <p:spPr>
          <a:xfrm>
            <a:off x="411480" y="5989320"/>
            <a:ext cx="11365992" cy="685800"/>
          </a:xfrm>
          <a:prstGeom prst="rect">
            <a:avLst/>
          </a:prstGeom>
          <a:solidFill>
            <a:srgbClr val="146A6C"/>
          </a:solidFill>
          <a:ln>
            <a:noFill/>
          </a:ln>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r>
              <a:rPr sz="1200" b="1">
                <a:solidFill>
                  <a:srgbClr val="FFFFFF"/>
                </a:solidFill>
                <a:latin typeface="Aptos"/>
              </a:rPr>
              <a:t>The architectural unlock:  </a:t>
            </a:r>
            <a:r>
              <a:rPr sz="1200">
                <a:solidFill>
                  <a:srgbClr val="FFFFFF"/>
                </a:solidFill>
                <a:latin typeface="Aptos"/>
              </a:rPr>
              <a:t>EDW  →  Databricks + ADF  →  AtScale  →  BI.   </a:t>
            </a:r>
            <a:r>
              <a:rPr sz="1200" i="1">
                <a:solidFill>
                  <a:srgbClr val="FFFFFF"/>
                </a:solidFill>
                <a:latin typeface="Aptos"/>
              </a:rPr>
              <a:t>The semantic layer decouples the BI tool from the data model — Tableau and Power BI are both now viable thin clients.</a:t>
            </a:r>
          </a:p>
        </p:txBody>
      </p:sp>
      <p:sp>
        <p:nvSpPr>
          <p:cNvPr id="36" name="TextBox 35"/>
          <p:cNvSpPr txBox="1"/>
          <p:nvPr/>
        </p:nvSpPr>
        <p:spPr>
          <a:xfrm>
            <a:off x="11750040" y="6446520"/>
            <a:ext cx="365760" cy="274320"/>
          </a:xfrm>
          <a:prstGeom prst="rect">
            <a:avLst/>
          </a:prstGeom>
          <a:noFill/>
        </p:spPr>
        <p:txBody>
          <a:bodyPr wrap="none" lIns="0" tIns="0" rIns="0" bIns="0">
            <a:spAutoFit/>
          </a:bodyPr>
          <a:lstStyle/>
          <a:p>
            <a:pPr algn="r"/>
            <a:r>
              <a:rPr sz="1100">
                <a:solidFill>
                  <a:srgbClr val="5A666A"/>
                </a:solidFill>
                <a:latin typeface="Aptos"/>
              </a:rPr>
              <a:t>2</a:t>
            </a:r>
          </a:p>
        </p:txBody>
      </p:sp>
      <p:pic>
        <p:nvPicPr>
          <p:cNvPr id="4" name="Picture 3" descr="A red text on a white background  AI-generated content may be incorrect.">
            <a:extLst>
              <a:ext uri="{FF2B5EF4-FFF2-40B4-BE49-F238E27FC236}">
                <a16:creationId xmlns:a16="http://schemas.microsoft.com/office/drawing/2014/main" id="{5FB90544-F5A5-9041-F567-24A2A127BF0D}"/>
              </a:ext>
            </a:extLst>
          </p:cNvPr>
          <p:cNvPicPr>
            <a:picLocks noChangeAspect="1"/>
          </p:cNvPicPr>
          <p:nvPr/>
        </p:nvPicPr>
        <p:blipFill>
          <a:blip r:embed="rId3"/>
          <a:stretch>
            <a:fillRect/>
          </a:stretch>
        </p:blipFill>
        <p:spPr>
          <a:xfrm>
            <a:off x="11868912" y="209728"/>
            <a:ext cx="286046" cy="2326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1995" y="118872"/>
            <a:ext cx="11430000" cy="457200"/>
          </a:xfrm>
          <a:prstGeom prst="rect">
            <a:avLst/>
          </a:prstGeom>
          <a:noFill/>
        </p:spPr>
        <p:txBody>
          <a:bodyPr wrap="none" lIns="0" tIns="0" rIns="0" bIns="0">
            <a:spAutoFit/>
          </a:bodyPr>
          <a:lstStyle/>
          <a:p>
            <a:r>
              <a:rPr sz="2400" b="1" dirty="0">
                <a:solidFill>
                  <a:srgbClr val="1F8E91"/>
                </a:solidFill>
                <a:latin typeface="Aptos"/>
              </a:rPr>
              <a:t>Evaluation Parameters</a:t>
            </a:r>
            <a:r>
              <a:rPr sz="1500" dirty="0">
                <a:solidFill>
                  <a:srgbClr val="5A666A"/>
                </a:solidFill>
                <a:latin typeface="Aptos"/>
              </a:rPr>
              <a:t>   —   20 categories, tiered by depth of validation</a:t>
            </a:r>
          </a:p>
        </p:txBody>
      </p:sp>
      <p:sp>
        <p:nvSpPr>
          <p:cNvPr id="3" name="Rectangle 2"/>
          <p:cNvSpPr/>
          <p:nvPr/>
        </p:nvSpPr>
        <p:spPr>
          <a:xfrm>
            <a:off x="421995" y="472064"/>
            <a:ext cx="822960" cy="40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 y="562864"/>
            <a:ext cx="11365992" cy="502920"/>
          </a:xfrm>
          <a:prstGeom prst="rect">
            <a:avLst/>
          </a:prstGeom>
          <a:solidFill>
            <a:srgbClr val="E6F3F4"/>
          </a:solidFill>
          <a:ln w="9525">
            <a:solidFill>
              <a:srgbClr val="1F8E91"/>
            </a:solidFill>
          </a:ln>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lstStyle/>
          <a:p>
            <a:pPr algn="ctr"/>
            <a:r>
              <a:rPr sz="1300">
                <a:solidFill>
                  <a:srgbClr val="222B2E"/>
                </a:solidFill>
                <a:latin typeface="Aptos"/>
              </a:rPr>
              <a:t>From 20 categories to a focused validation surface — </a:t>
            </a:r>
            <a:r>
              <a:rPr sz="1300" b="1">
                <a:solidFill>
                  <a:srgbClr val="146A6C"/>
                </a:solidFill>
                <a:latin typeface="Aptos"/>
              </a:rPr>
              <a:t>driven by GTF’s 9 stated requirements and the AtScale architecture.</a:t>
            </a:r>
          </a:p>
        </p:txBody>
      </p:sp>
      <p:sp>
        <p:nvSpPr>
          <p:cNvPr id="5" name="Rectangle 4"/>
          <p:cNvSpPr/>
          <p:nvPr/>
        </p:nvSpPr>
        <p:spPr>
          <a:xfrm>
            <a:off x="411480" y="1128776"/>
            <a:ext cx="3655466" cy="50292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wrap="square" lIns="164592" tIns="54864" rIns="137160" bIns="54864" rtlCol="0" anchor="ctr"/>
          <a:lstStyle/>
          <a:p>
            <a:pPr algn="ctr"/>
            <a:r>
              <a:rPr sz="1500" b="1" dirty="0">
                <a:solidFill>
                  <a:srgbClr val="FFFFFF"/>
                </a:solidFill>
                <a:latin typeface="Aptos"/>
              </a:rPr>
              <a:t>L1 — High</a:t>
            </a:r>
            <a:r>
              <a:rPr sz="1100" dirty="0">
                <a:solidFill>
                  <a:srgbClr val="FFFFFF"/>
                </a:solidFill>
                <a:latin typeface="Aptos"/>
              </a:rPr>
              <a:t>   ·   11 categories</a:t>
            </a:r>
          </a:p>
        </p:txBody>
      </p:sp>
      <p:sp>
        <p:nvSpPr>
          <p:cNvPr id="6" name="Rectangle 5"/>
          <p:cNvSpPr/>
          <p:nvPr/>
        </p:nvSpPr>
        <p:spPr>
          <a:xfrm>
            <a:off x="423607" y="17139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23607" y="17139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9055" y="1750568"/>
            <a:ext cx="3426866" cy="201168"/>
          </a:xfrm>
          <a:prstGeom prst="rect">
            <a:avLst/>
          </a:prstGeom>
          <a:noFill/>
        </p:spPr>
        <p:txBody>
          <a:bodyPr wrap="square" lIns="0" tIns="0" rIns="0" bIns="0">
            <a:spAutoFit/>
          </a:bodyPr>
          <a:lstStyle/>
          <a:p>
            <a:r>
              <a:rPr sz="1050" b="1">
                <a:solidFill>
                  <a:srgbClr val="222B2E"/>
                </a:solidFill>
                <a:latin typeface="Aptos"/>
              </a:rPr>
              <a:t>Data Connectivity &amp; Integration</a:t>
            </a:r>
          </a:p>
        </p:txBody>
      </p:sp>
      <p:sp>
        <p:nvSpPr>
          <p:cNvPr id="9" name="TextBox 8"/>
          <p:cNvSpPr txBox="1"/>
          <p:nvPr/>
        </p:nvSpPr>
        <p:spPr>
          <a:xfrm>
            <a:off x="579055" y="1933448"/>
            <a:ext cx="3426866" cy="182880"/>
          </a:xfrm>
          <a:prstGeom prst="rect">
            <a:avLst/>
          </a:prstGeom>
          <a:noFill/>
        </p:spPr>
        <p:txBody>
          <a:bodyPr wrap="square" lIns="0" tIns="0" rIns="0" bIns="0">
            <a:spAutoFit/>
          </a:bodyPr>
          <a:lstStyle/>
          <a:p>
            <a:r>
              <a:rPr sz="800" i="1">
                <a:solidFill>
                  <a:srgbClr val="5A666A"/>
                </a:solidFill>
                <a:latin typeface="Aptos"/>
              </a:rPr>
              <a:t>Reliable connection to AtScale and your other data sources.</a:t>
            </a:r>
          </a:p>
        </p:txBody>
      </p:sp>
      <p:sp>
        <p:nvSpPr>
          <p:cNvPr id="10" name="Rectangle 9"/>
          <p:cNvSpPr/>
          <p:nvPr/>
        </p:nvSpPr>
        <p:spPr>
          <a:xfrm>
            <a:off x="423607" y="21711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3607" y="21711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9055" y="2207768"/>
            <a:ext cx="3426866" cy="201168"/>
          </a:xfrm>
          <a:prstGeom prst="rect">
            <a:avLst/>
          </a:prstGeom>
          <a:noFill/>
        </p:spPr>
        <p:txBody>
          <a:bodyPr wrap="square" lIns="0" tIns="0" rIns="0" bIns="0">
            <a:spAutoFit/>
          </a:bodyPr>
          <a:lstStyle/>
          <a:p>
            <a:r>
              <a:rPr sz="1050" b="1">
                <a:solidFill>
                  <a:srgbClr val="222B2E"/>
                </a:solidFill>
                <a:latin typeface="Aptos"/>
              </a:rPr>
              <a:t>Data Modeling &amp; Semantic Layer</a:t>
            </a:r>
          </a:p>
        </p:txBody>
      </p:sp>
      <p:sp>
        <p:nvSpPr>
          <p:cNvPr id="13" name="TextBox 12"/>
          <p:cNvSpPr txBox="1"/>
          <p:nvPr/>
        </p:nvSpPr>
        <p:spPr>
          <a:xfrm>
            <a:off x="579055" y="2390648"/>
            <a:ext cx="3426866" cy="123111"/>
          </a:xfrm>
          <a:prstGeom prst="rect">
            <a:avLst/>
          </a:prstGeom>
          <a:noFill/>
        </p:spPr>
        <p:txBody>
          <a:bodyPr wrap="square" lIns="0" tIns="0" rIns="0" bIns="0">
            <a:spAutoFit/>
          </a:bodyPr>
          <a:lstStyle/>
          <a:p>
            <a:r>
              <a:rPr lang="en-IN" sz="800" i="1" dirty="0">
                <a:solidFill>
                  <a:srgbClr val="5A666A"/>
                </a:solidFill>
                <a:latin typeface="Aptos"/>
              </a:rPr>
              <a:t>Single</a:t>
            </a:r>
            <a:r>
              <a:rPr sz="800" i="1" dirty="0">
                <a:solidFill>
                  <a:srgbClr val="5A666A"/>
                </a:solidFill>
                <a:latin typeface="Aptos"/>
              </a:rPr>
              <a:t> consistent definition of business metrics across all reports.</a:t>
            </a:r>
          </a:p>
        </p:txBody>
      </p:sp>
      <p:sp>
        <p:nvSpPr>
          <p:cNvPr id="14" name="Rectangle 13"/>
          <p:cNvSpPr/>
          <p:nvPr/>
        </p:nvSpPr>
        <p:spPr>
          <a:xfrm>
            <a:off x="423607" y="26283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3607" y="26283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9055" y="2664968"/>
            <a:ext cx="3426866" cy="201168"/>
          </a:xfrm>
          <a:prstGeom prst="rect">
            <a:avLst/>
          </a:prstGeom>
          <a:noFill/>
        </p:spPr>
        <p:txBody>
          <a:bodyPr wrap="square" lIns="0" tIns="0" rIns="0" bIns="0">
            <a:spAutoFit/>
          </a:bodyPr>
          <a:lstStyle/>
          <a:p>
            <a:r>
              <a:rPr sz="1050" b="1">
                <a:solidFill>
                  <a:srgbClr val="222B2E"/>
                </a:solidFill>
                <a:latin typeface="Aptos"/>
              </a:rPr>
              <a:t>Performance &amp; Scalability</a:t>
            </a:r>
          </a:p>
        </p:txBody>
      </p:sp>
      <p:sp>
        <p:nvSpPr>
          <p:cNvPr id="17" name="TextBox 16"/>
          <p:cNvSpPr txBox="1"/>
          <p:nvPr/>
        </p:nvSpPr>
        <p:spPr>
          <a:xfrm>
            <a:off x="579055" y="2847848"/>
            <a:ext cx="3426866" cy="182880"/>
          </a:xfrm>
          <a:prstGeom prst="rect">
            <a:avLst/>
          </a:prstGeom>
          <a:noFill/>
        </p:spPr>
        <p:txBody>
          <a:bodyPr wrap="square" lIns="0" tIns="0" rIns="0" bIns="0">
            <a:spAutoFit/>
          </a:bodyPr>
          <a:lstStyle/>
          <a:p>
            <a:r>
              <a:rPr sz="800" i="1">
                <a:solidFill>
                  <a:srgbClr val="5A666A"/>
                </a:solidFill>
                <a:latin typeface="Aptos"/>
              </a:rPr>
              <a:t>Reports respond quickly as users and data volumes grow.</a:t>
            </a:r>
          </a:p>
        </p:txBody>
      </p:sp>
      <p:sp>
        <p:nvSpPr>
          <p:cNvPr id="18" name="Rectangle 17"/>
          <p:cNvSpPr/>
          <p:nvPr/>
        </p:nvSpPr>
        <p:spPr>
          <a:xfrm>
            <a:off x="423607" y="30855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3607" y="30855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9055" y="3122168"/>
            <a:ext cx="3426866" cy="201168"/>
          </a:xfrm>
          <a:prstGeom prst="rect">
            <a:avLst/>
          </a:prstGeom>
          <a:noFill/>
        </p:spPr>
        <p:txBody>
          <a:bodyPr wrap="square" lIns="0" tIns="0" rIns="0" bIns="0">
            <a:spAutoFit/>
          </a:bodyPr>
          <a:lstStyle/>
          <a:p>
            <a:r>
              <a:rPr sz="1050" b="1">
                <a:solidFill>
                  <a:srgbClr val="222B2E"/>
                </a:solidFill>
                <a:latin typeface="Aptos"/>
              </a:rPr>
              <a:t>Licensing &amp; TCO</a:t>
            </a:r>
          </a:p>
        </p:txBody>
      </p:sp>
      <p:sp>
        <p:nvSpPr>
          <p:cNvPr id="21" name="TextBox 20"/>
          <p:cNvSpPr txBox="1"/>
          <p:nvPr/>
        </p:nvSpPr>
        <p:spPr>
          <a:xfrm>
            <a:off x="579055" y="3305048"/>
            <a:ext cx="3426866" cy="182880"/>
          </a:xfrm>
          <a:prstGeom prst="rect">
            <a:avLst/>
          </a:prstGeom>
          <a:noFill/>
        </p:spPr>
        <p:txBody>
          <a:bodyPr wrap="square" lIns="0" tIns="0" rIns="0" bIns="0">
            <a:spAutoFit/>
          </a:bodyPr>
          <a:lstStyle/>
          <a:p>
            <a:r>
              <a:rPr sz="800" i="1">
                <a:solidFill>
                  <a:srgbClr val="5A666A"/>
                </a:solidFill>
                <a:latin typeface="Aptos"/>
              </a:rPr>
              <a:t>Total 3-year cost — licenses, infrastructure, and operations.</a:t>
            </a:r>
          </a:p>
        </p:txBody>
      </p:sp>
      <p:sp>
        <p:nvSpPr>
          <p:cNvPr id="22" name="Rectangle 21"/>
          <p:cNvSpPr/>
          <p:nvPr/>
        </p:nvSpPr>
        <p:spPr>
          <a:xfrm>
            <a:off x="423607" y="35427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23607" y="35427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9055" y="3579368"/>
            <a:ext cx="3426866" cy="201168"/>
          </a:xfrm>
          <a:prstGeom prst="rect">
            <a:avLst/>
          </a:prstGeom>
          <a:noFill/>
        </p:spPr>
        <p:txBody>
          <a:bodyPr wrap="square" lIns="0" tIns="0" rIns="0" bIns="0">
            <a:spAutoFit/>
          </a:bodyPr>
          <a:lstStyle/>
          <a:p>
            <a:r>
              <a:rPr sz="1050" b="1">
                <a:solidFill>
                  <a:srgbClr val="222B2E"/>
                </a:solidFill>
                <a:latin typeface="Aptos"/>
              </a:rPr>
              <a:t>Visualization &amp; UX</a:t>
            </a:r>
          </a:p>
        </p:txBody>
      </p:sp>
      <p:sp>
        <p:nvSpPr>
          <p:cNvPr id="25" name="TextBox 24"/>
          <p:cNvSpPr txBox="1"/>
          <p:nvPr/>
        </p:nvSpPr>
        <p:spPr>
          <a:xfrm>
            <a:off x="579055" y="3762248"/>
            <a:ext cx="3426866" cy="182880"/>
          </a:xfrm>
          <a:prstGeom prst="rect">
            <a:avLst/>
          </a:prstGeom>
          <a:noFill/>
        </p:spPr>
        <p:txBody>
          <a:bodyPr wrap="square" lIns="0" tIns="0" rIns="0" bIns="0">
            <a:spAutoFit/>
          </a:bodyPr>
          <a:lstStyle/>
          <a:p>
            <a:r>
              <a:rPr sz="800" i="1">
                <a:solidFill>
                  <a:srgbClr val="5A666A"/>
                </a:solidFill>
                <a:latin typeface="Aptos"/>
              </a:rPr>
              <a:t>Clear, engaging visuals for executives and front-line teams.</a:t>
            </a:r>
          </a:p>
        </p:txBody>
      </p:sp>
      <p:sp>
        <p:nvSpPr>
          <p:cNvPr id="26" name="Rectangle 25"/>
          <p:cNvSpPr/>
          <p:nvPr/>
        </p:nvSpPr>
        <p:spPr>
          <a:xfrm>
            <a:off x="423607" y="39999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23607" y="39999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9055" y="4036568"/>
            <a:ext cx="3426866" cy="201168"/>
          </a:xfrm>
          <a:prstGeom prst="rect">
            <a:avLst/>
          </a:prstGeom>
          <a:noFill/>
        </p:spPr>
        <p:txBody>
          <a:bodyPr wrap="square" lIns="0" tIns="0" rIns="0" bIns="0">
            <a:spAutoFit/>
          </a:bodyPr>
          <a:lstStyle/>
          <a:p>
            <a:r>
              <a:rPr sz="1050" b="1">
                <a:solidFill>
                  <a:srgbClr val="222B2E"/>
                </a:solidFill>
                <a:latin typeface="Aptos"/>
              </a:rPr>
              <a:t>Collaboration &amp; Sharing</a:t>
            </a:r>
          </a:p>
        </p:txBody>
      </p:sp>
      <p:sp>
        <p:nvSpPr>
          <p:cNvPr id="29" name="TextBox 28"/>
          <p:cNvSpPr txBox="1"/>
          <p:nvPr/>
        </p:nvSpPr>
        <p:spPr>
          <a:xfrm>
            <a:off x="579055" y="4219448"/>
            <a:ext cx="3426866" cy="182880"/>
          </a:xfrm>
          <a:prstGeom prst="rect">
            <a:avLst/>
          </a:prstGeom>
          <a:noFill/>
        </p:spPr>
        <p:txBody>
          <a:bodyPr wrap="square" lIns="0" tIns="0" rIns="0" bIns="0">
            <a:spAutoFit/>
          </a:bodyPr>
          <a:lstStyle/>
          <a:p>
            <a:r>
              <a:rPr sz="800" i="1">
                <a:solidFill>
                  <a:srgbClr val="5A666A"/>
                </a:solidFill>
                <a:latin typeface="Aptos"/>
              </a:rPr>
              <a:t>Right reports reach the right audience with the right controls.</a:t>
            </a:r>
          </a:p>
        </p:txBody>
      </p:sp>
      <p:sp>
        <p:nvSpPr>
          <p:cNvPr id="30" name="Rectangle 29"/>
          <p:cNvSpPr/>
          <p:nvPr/>
        </p:nvSpPr>
        <p:spPr>
          <a:xfrm>
            <a:off x="423607" y="44571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23607" y="44571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79055" y="4493768"/>
            <a:ext cx="3426866" cy="201168"/>
          </a:xfrm>
          <a:prstGeom prst="rect">
            <a:avLst/>
          </a:prstGeom>
          <a:noFill/>
        </p:spPr>
        <p:txBody>
          <a:bodyPr wrap="square" lIns="0" tIns="0" rIns="0" bIns="0">
            <a:spAutoFit/>
          </a:bodyPr>
          <a:lstStyle/>
          <a:p>
            <a:r>
              <a:rPr sz="1050" b="1">
                <a:solidFill>
                  <a:srgbClr val="222B2E"/>
                </a:solidFill>
                <a:latin typeface="Aptos"/>
              </a:rPr>
              <a:t>Self-Service &amp; Authoring Experience</a:t>
            </a:r>
          </a:p>
        </p:txBody>
      </p:sp>
      <p:sp>
        <p:nvSpPr>
          <p:cNvPr id="33" name="TextBox 32"/>
          <p:cNvSpPr txBox="1"/>
          <p:nvPr/>
        </p:nvSpPr>
        <p:spPr>
          <a:xfrm>
            <a:off x="579055" y="4676648"/>
            <a:ext cx="3426866" cy="182880"/>
          </a:xfrm>
          <a:prstGeom prst="rect">
            <a:avLst/>
          </a:prstGeom>
          <a:noFill/>
        </p:spPr>
        <p:txBody>
          <a:bodyPr wrap="square" lIns="0" tIns="0" rIns="0" bIns="0">
            <a:spAutoFit/>
          </a:bodyPr>
          <a:lstStyle/>
          <a:p>
            <a:r>
              <a:rPr sz="800" i="1">
                <a:solidFill>
                  <a:srgbClr val="5A666A"/>
                </a:solidFill>
                <a:latin typeface="Aptos"/>
              </a:rPr>
              <a:t>Business users build their own reports without IT dependence.</a:t>
            </a:r>
          </a:p>
        </p:txBody>
      </p:sp>
      <p:sp>
        <p:nvSpPr>
          <p:cNvPr id="34" name="Rectangle 33"/>
          <p:cNvSpPr/>
          <p:nvPr/>
        </p:nvSpPr>
        <p:spPr>
          <a:xfrm>
            <a:off x="423607" y="49143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23607" y="49143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79055" y="4950968"/>
            <a:ext cx="3426866" cy="201168"/>
          </a:xfrm>
          <a:prstGeom prst="rect">
            <a:avLst/>
          </a:prstGeom>
          <a:noFill/>
        </p:spPr>
        <p:txBody>
          <a:bodyPr wrap="square" lIns="0" tIns="0" rIns="0" bIns="0">
            <a:spAutoFit/>
          </a:bodyPr>
          <a:lstStyle/>
          <a:p>
            <a:r>
              <a:rPr sz="1050" b="1">
                <a:solidFill>
                  <a:srgbClr val="222B2E"/>
                </a:solidFill>
                <a:latin typeface="Aptos"/>
              </a:rPr>
              <a:t>Report Consumption &amp; Alerting</a:t>
            </a:r>
          </a:p>
        </p:txBody>
      </p:sp>
      <p:sp>
        <p:nvSpPr>
          <p:cNvPr id="37" name="TextBox 36"/>
          <p:cNvSpPr txBox="1"/>
          <p:nvPr/>
        </p:nvSpPr>
        <p:spPr>
          <a:xfrm>
            <a:off x="579055" y="5133848"/>
            <a:ext cx="3426866" cy="182880"/>
          </a:xfrm>
          <a:prstGeom prst="rect">
            <a:avLst/>
          </a:prstGeom>
          <a:noFill/>
        </p:spPr>
        <p:txBody>
          <a:bodyPr wrap="square" lIns="0" tIns="0" rIns="0" bIns="0">
            <a:spAutoFit/>
          </a:bodyPr>
          <a:lstStyle/>
          <a:p>
            <a:r>
              <a:rPr sz="800" i="1">
                <a:solidFill>
                  <a:srgbClr val="5A666A"/>
                </a:solidFill>
                <a:latin typeface="Aptos"/>
              </a:rPr>
              <a:t>Reports reach users via schedules, alerts, and subscriptions.</a:t>
            </a:r>
          </a:p>
        </p:txBody>
      </p:sp>
      <p:sp>
        <p:nvSpPr>
          <p:cNvPr id="38" name="Rectangle 37"/>
          <p:cNvSpPr/>
          <p:nvPr/>
        </p:nvSpPr>
        <p:spPr>
          <a:xfrm>
            <a:off x="423607" y="53715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23607" y="53715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79055" y="5408168"/>
            <a:ext cx="3426866" cy="201168"/>
          </a:xfrm>
          <a:prstGeom prst="rect">
            <a:avLst/>
          </a:prstGeom>
          <a:noFill/>
        </p:spPr>
        <p:txBody>
          <a:bodyPr wrap="square" lIns="0" tIns="0" rIns="0" bIns="0">
            <a:spAutoFit/>
          </a:bodyPr>
          <a:lstStyle/>
          <a:p>
            <a:r>
              <a:rPr sz="1050" b="1">
                <a:solidFill>
                  <a:srgbClr val="222B2E"/>
                </a:solidFill>
                <a:latin typeface="Aptos"/>
              </a:rPr>
              <a:t>Governance, Security &amp; Compliance</a:t>
            </a:r>
          </a:p>
        </p:txBody>
      </p:sp>
      <p:sp>
        <p:nvSpPr>
          <p:cNvPr id="41" name="TextBox 40"/>
          <p:cNvSpPr txBox="1"/>
          <p:nvPr/>
        </p:nvSpPr>
        <p:spPr>
          <a:xfrm>
            <a:off x="579055" y="5591048"/>
            <a:ext cx="3426866" cy="182880"/>
          </a:xfrm>
          <a:prstGeom prst="rect">
            <a:avLst/>
          </a:prstGeom>
          <a:noFill/>
        </p:spPr>
        <p:txBody>
          <a:bodyPr wrap="square" lIns="0" tIns="0" rIns="0" bIns="0">
            <a:spAutoFit/>
          </a:bodyPr>
          <a:lstStyle/>
          <a:p>
            <a:r>
              <a:rPr sz="800" i="1">
                <a:solidFill>
                  <a:srgbClr val="5A666A"/>
                </a:solidFill>
                <a:latin typeface="Aptos"/>
              </a:rPr>
              <a:t>Right people access the right data — securely and auditably.</a:t>
            </a:r>
          </a:p>
        </p:txBody>
      </p:sp>
      <p:sp>
        <p:nvSpPr>
          <p:cNvPr id="42" name="Rectangle 41"/>
          <p:cNvSpPr/>
          <p:nvPr/>
        </p:nvSpPr>
        <p:spPr>
          <a:xfrm>
            <a:off x="423607" y="58287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23607" y="58287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79055" y="5865368"/>
            <a:ext cx="3426866" cy="201168"/>
          </a:xfrm>
          <a:prstGeom prst="rect">
            <a:avLst/>
          </a:prstGeom>
          <a:noFill/>
        </p:spPr>
        <p:txBody>
          <a:bodyPr wrap="square" lIns="0" tIns="0" rIns="0" bIns="0">
            <a:spAutoFit/>
          </a:bodyPr>
          <a:lstStyle/>
          <a:p>
            <a:r>
              <a:rPr sz="1050" b="1">
                <a:solidFill>
                  <a:srgbClr val="222B2E"/>
                </a:solidFill>
                <a:latin typeface="Aptos"/>
              </a:rPr>
              <a:t>AI/ML &amp; Advanced Analytics</a:t>
            </a:r>
          </a:p>
        </p:txBody>
      </p:sp>
      <p:sp>
        <p:nvSpPr>
          <p:cNvPr id="45" name="TextBox 44"/>
          <p:cNvSpPr txBox="1"/>
          <p:nvPr/>
        </p:nvSpPr>
        <p:spPr>
          <a:xfrm>
            <a:off x="579055" y="6048248"/>
            <a:ext cx="3426866" cy="182880"/>
          </a:xfrm>
          <a:prstGeom prst="rect">
            <a:avLst/>
          </a:prstGeom>
          <a:noFill/>
        </p:spPr>
        <p:txBody>
          <a:bodyPr wrap="square" lIns="0" tIns="0" rIns="0" bIns="0">
            <a:spAutoFit/>
          </a:bodyPr>
          <a:lstStyle/>
          <a:p>
            <a:r>
              <a:rPr sz="800" i="1">
                <a:solidFill>
                  <a:srgbClr val="5A666A"/>
                </a:solidFill>
                <a:latin typeface="Aptos"/>
              </a:rPr>
              <a:t>Natural-language queries, copilots, and predictive insights.</a:t>
            </a:r>
          </a:p>
        </p:txBody>
      </p:sp>
      <p:sp>
        <p:nvSpPr>
          <p:cNvPr id="46" name="Rectangle 45"/>
          <p:cNvSpPr/>
          <p:nvPr/>
        </p:nvSpPr>
        <p:spPr>
          <a:xfrm>
            <a:off x="423607" y="62859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23607" y="6285992"/>
            <a:ext cx="64008" cy="42062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79055" y="6322568"/>
            <a:ext cx="3426866" cy="201168"/>
          </a:xfrm>
          <a:prstGeom prst="rect">
            <a:avLst/>
          </a:prstGeom>
          <a:noFill/>
        </p:spPr>
        <p:txBody>
          <a:bodyPr wrap="square" lIns="0" tIns="0" rIns="0" bIns="0">
            <a:spAutoFit/>
          </a:bodyPr>
          <a:lstStyle/>
          <a:p>
            <a:r>
              <a:rPr sz="1050" b="1">
                <a:solidFill>
                  <a:srgbClr val="222B2E"/>
                </a:solidFill>
                <a:latin typeface="Aptos"/>
              </a:rPr>
              <a:t>Real-time &amp; Streaming Analytics</a:t>
            </a:r>
          </a:p>
        </p:txBody>
      </p:sp>
      <p:sp>
        <p:nvSpPr>
          <p:cNvPr id="49" name="TextBox 48"/>
          <p:cNvSpPr txBox="1"/>
          <p:nvPr/>
        </p:nvSpPr>
        <p:spPr>
          <a:xfrm>
            <a:off x="579055" y="6505448"/>
            <a:ext cx="3426866" cy="182880"/>
          </a:xfrm>
          <a:prstGeom prst="rect">
            <a:avLst/>
          </a:prstGeom>
          <a:noFill/>
        </p:spPr>
        <p:txBody>
          <a:bodyPr wrap="square" lIns="0" tIns="0" rIns="0" bIns="0">
            <a:spAutoFit/>
          </a:bodyPr>
          <a:lstStyle/>
          <a:p>
            <a:r>
              <a:rPr sz="800" i="1">
                <a:solidFill>
                  <a:srgbClr val="5A666A"/>
                </a:solidFill>
                <a:latin typeface="Aptos"/>
              </a:rPr>
              <a:t>How quickly dashboards reflect the latest business activity.</a:t>
            </a:r>
          </a:p>
        </p:txBody>
      </p:sp>
      <p:sp>
        <p:nvSpPr>
          <p:cNvPr id="50" name="Rectangle 49"/>
          <p:cNvSpPr/>
          <p:nvPr/>
        </p:nvSpPr>
        <p:spPr>
          <a:xfrm>
            <a:off x="4280241" y="1144524"/>
            <a:ext cx="3655466" cy="487172"/>
          </a:xfrm>
          <a:prstGeom prst="rect">
            <a:avLst/>
          </a:prstGeom>
          <a:solidFill>
            <a:srgbClr val="6BB4B6"/>
          </a:solidFill>
          <a:ln>
            <a:noFill/>
          </a:ln>
        </p:spPr>
        <p:style>
          <a:lnRef idx="1">
            <a:schemeClr val="accent1"/>
          </a:lnRef>
          <a:fillRef idx="3">
            <a:schemeClr val="accent1"/>
          </a:fillRef>
          <a:effectRef idx="2">
            <a:schemeClr val="accent1"/>
          </a:effectRef>
          <a:fontRef idx="minor">
            <a:schemeClr val="lt1"/>
          </a:fontRef>
        </p:style>
        <p:txBody>
          <a:bodyPr wrap="square" lIns="164592" tIns="54864" rIns="137160" bIns="54864" rtlCol="0" anchor="ctr"/>
          <a:lstStyle/>
          <a:p>
            <a:pPr algn="ctr"/>
            <a:r>
              <a:rPr sz="1500" b="1" dirty="0">
                <a:solidFill>
                  <a:srgbClr val="FFFFFF"/>
                </a:solidFill>
                <a:latin typeface="Aptos"/>
              </a:rPr>
              <a:t>L2 — Medium</a:t>
            </a:r>
            <a:r>
              <a:rPr sz="1100" dirty="0">
                <a:solidFill>
                  <a:srgbClr val="FFFFFF"/>
                </a:solidFill>
                <a:latin typeface="Aptos"/>
              </a:rPr>
              <a:t>   ·   5 categories</a:t>
            </a:r>
          </a:p>
        </p:txBody>
      </p:sp>
      <p:sp>
        <p:nvSpPr>
          <p:cNvPr id="51" name="Rectangle 50"/>
          <p:cNvSpPr/>
          <p:nvPr/>
        </p:nvSpPr>
        <p:spPr>
          <a:xfrm>
            <a:off x="4280241" y="17139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4280241" y="1713992"/>
            <a:ext cx="64008" cy="420624"/>
          </a:xfrm>
          <a:prstGeom prst="rect">
            <a:avLst/>
          </a:prstGeom>
          <a:solidFill>
            <a:srgbClr val="6BB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435689" y="1750568"/>
            <a:ext cx="3426866" cy="201168"/>
          </a:xfrm>
          <a:prstGeom prst="rect">
            <a:avLst/>
          </a:prstGeom>
          <a:noFill/>
        </p:spPr>
        <p:txBody>
          <a:bodyPr wrap="square" lIns="0" tIns="0" rIns="0" bIns="0">
            <a:spAutoFit/>
          </a:bodyPr>
          <a:lstStyle/>
          <a:p>
            <a:r>
              <a:rPr sz="1050" b="1">
                <a:solidFill>
                  <a:srgbClr val="222B2E"/>
                </a:solidFill>
                <a:latin typeface="Aptos"/>
              </a:rPr>
              <a:t>Deployment &amp; IT Operations</a:t>
            </a:r>
          </a:p>
        </p:txBody>
      </p:sp>
      <p:sp>
        <p:nvSpPr>
          <p:cNvPr id="54" name="TextBox 53"/>
          <p:cNvSpPr txBox="1"/>
          <p:nvPr/>
        </p:nvSpPr>
        <p:spPr>
          <a:xfrm>
            <a:off x="4435689" y="1933448"/>
            <a:ext cx="3426866" cy="182880"/>
          </a:xfrm>
          <a:prstGeom prst="rect">
            <a:avLst/>
          </a:prstGeom>
          <a:noFill/>
        </p:spPr>
        <p:txBody>
          <a:bodyPr wrap="square" lIns="0" tIns="0" rIns="0" bIns="0">
            <a:spAutoFit/>
          </a:bodyPr>
          <a:lstStyle/>
          <a:p>
            <a:r>
              <a:rPr sz="800" i="1">
                <a:solidFill>
                  <a:srgbClr val="5A666A"/>
                </a:solidFill>
                <a:latin typeface="Aptos"/>
              </a:rPr>
              <a:t>How the platform is hosted, maintained, and supported by IT.</a:t>
            </a:r>
          </a:p>
        </p:txBody>
      </p:sp>
      <p:sp>
        <p:nvSpPr>
          <p:cNvPr id="55" name="Rectangle 54"/>
          <p:cNvSpPr/>
          <p:nvPr/>
        </p:nvSpPr>
        <p:spPr>
          <a:xfrm>
            <a:off x="4280241" y="21711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280241" y="2171192"/>
            <a:ext cx="64008" cy="420624"/>
          </a:xfrm>
          <a:prstGeom prst="rect">
            <a:avLst/>
          </a:prstGeom>
          <a:solidFill>
            <a:srgbClr val="6BB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435689" y="2207768"/>
            <a:ext cx="3426866" cy="201168"/>
          </a:xfrm>
          <a:prstGeom prst="rect">
            <a:avLst/>
          </a:prstGeom>
          <a:noFill/>
        </p:spPr>
        <p:txBody>
          <a:bodyPr wrap="square" lIns="0" tIns="0" rIns="0" bIns="0">
            <a:spAutoFit/>
          </a:bodyPr>
          <a:lstStyle/>
          <a:p>
            <a:r>
              <a:rPr sz="1050" b="1">
                <a:solidFill>
                  <a:srgbClr val="222B2E"/>
                </a:solidFill>
                <a:latin typeface="Aptos"/>
              </a:rPr>
              <a:t>Extensibility &amp; Developer Ecosystem</a:t>
            </a:r>
          </a:p>
        </p:txBody>
      </p:sp>
      <p:sp>
        <p:nvSpPr>
          <p:cNvPr id="58" name="TextBox 57"/>
          <p:cNvSpPr txBox="1"/>
          <p:nvPr/>
        </p:nvSpPr>
        <p:spPr>
          <a:xfrm>
            <a:off x="4435689" y="2390648"/>
            <a:ext cx="3426866" cy="182880"/>
          </a:xfrm>
          <a:prstGeom prst="rect">
            <a:avLst/>
          </a:prstGeom>
          <a:noFill/>
        </p:spPr>
        <p:txBody>
          <a:bodyPr wrap="square" lIns="0" tIns="0" rIns="0" bIns="0">
            <a:spAutoFit/>
          </a:bodyPr>
          <a:lstStyle/>
          <a:p>
            <a:r>
              <a:rPr sz="800" i="1">
                <a:solidFill>
                  <a:srgbClr val="5A666A"/>
                </a:solidFill>
                <a:latin typeface="Aptos"/>
              </a:rPr>
              <a:t>APIs and customization for non-standard needs.</a:t>
            </a:r>
          </a:p>
        </p:txBody>
      </p:sp>
      <p:sp>
        <p:nvSpPr>
          <p:cNvPr id="59" name="Rectangle 58"/>
          <p:cNvSpPr/>
          <p:nvPr/>
        </p:nvSpPr>
        <p:spPr>
          <a:xfrm>
            <a:off x="4280241" y="26283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280241" y="2628392"/>
            <a:ext cx="64008" cy="420624"/>
          </a:xfrm>
          <a:prstGeom prst="rect">
            <a:avLst/>
          </a:prstGeom>
          <a:solidFill>
            <a:srgbClr val="6BB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435689" y="2664968"/>
            <a:ext cx="3426866" cy="201168"/>
          </a:xfrm>
          <a:prstGeom prst="rect">
            <a:avLst/>
          </a:prstGeom>
          <a:noFill/>
        </p:spPr>
        <p:txBody>
          <a:bodyPr wrap="square" lIns="0" tIns="0" rIns="0" bIns="0">
            <a:spAutoFit/>
          </a:bodyPr>
          <a:lstStyle/>
          <a:p>
            <a:r>
              <a:rPr sz="1050" b="1">
                <a:solidFill>
                  <a:srgbClr val="222B2E"/>
                </a:solidFill>
                <a:latin typeface="Aptos"/>
              </a:rPr>
              <a:t>Interoperability &amp; Standards</a:t>
            </a:r>
          </a:p>
        </p:txBody>
      </p:sp>
      <p:sp>
        <p:nvSpPr>
          <p:cNvPr id="62" name="TextBox 61"/>
          <p:cNvSpPr txBox="1"/>
          <p:nvPr/>
        </p:nvSpPr>
        <p:spPr>
          <a:xfrm>
            <a:off x="4435689" y="2847848"/>
            <a:ext cx="3426866" cy="182880"/>
          </a:xfrm>
          <a:prstGeom prst="rect">
            <a:avLst/>
          </a:prstGeom>
          <a:noFill/>
        </p:spPr>
        <p:txBody>
          <a:bodyPr wrap="square" lIns="0" tIns="0" rIns="0" bIns="0">
            <a:spAutoFit/>
          </a:bodyPr>
          <a:lstStyle/>
          <a:p>
            <a:r>
              <a:rPr sz="800" i="1">
                <a:solidFill>
                  <a:srgbClr val="5A666A"/>
                </a:solidFill>
                <a:latin typeface="Aptos"/>
              </a:rPr>
              <a:t>Compatibility with the broader IT and data ecosystem.</a:t>
            </a:r>
          </a:p>
        </p:txBody>
      </p:sp>
      <p:sp>
        <p:nvSpPr>
          <p:cNvPr id="63" name="Rectangle 62"/>
          <p:cNvSpPr/>
          <p:nvPr/>
        </p:nvSpPr>
        <p:spPr>
          <a:xfrm>
            <a:off x="4280241" y="30855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280241" y="3085592"/>
            <a:ext cx="64008" cy="420624"/>
          </a:xfrm>
          <a:prstGeom prst="rect">
            <a:avLst/>
          </a:prstGeom>
          <a:solidFill>
            <a:srgbClr val="6BB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435689" y="3122168"/>
            <a:ext cx="3426866" cy="201168"/>
          </a:xfrm>
          <a:prstGeom prst="rect">
            <a:avLst/>
          </a:prstGeom>
          <a:noFill/>
        </p:spPr>
        <p:txBody>
          <a:bodyPr wrap="square" lIns="0" tIns="0" rIns="0" bIns="0">
            <a:spAutoFit/>
          </a:bodyPr>
          <a:lstStyle/>
          <a:p>
            <a:r>
              <a:rPr sz="1050" b="1">
                <a:solidFill>
                  <a:srgbClr val="222B2E"/>
                </a:solidFill>
                <a:latin typeface="Aptos"/>
              </a:rPr>
              <a:t>Version Control &amp; CI/CD for BI</a:t>
            </a:r>
          </a:p>
        </p:txBody>
      </p:sp>
      <p:sp>
        <p:nvSpPr>
          <p:cNvPr id="66" name="TextBox 65"/>
          <p:cNvSpPr txBox="1"/>
          <p:nvPr/>
        </p:nvSpPr>
        <p:spPr>
          <a:xfrm>
            <a:off x="4435689" y="3305048"/>
            <a:ext cx="3426866" cy="182880"/>
          </a:xfrm>
          <a:prstGeom prst="rect">
            <a:avLst/>
          </a:prstGeom>
          <a:noFill/>
        </p:spPr>
        <p:txBody>
          <a:bodyPr wrap="square" lIns="0" tIns="0" rIns="0" bIns="0">
            <a:spAutoFit/>
          </a:bodyPr>
          <a:lstStyle/>
          <a:p>
            <a:r>
              <a:rPr sz="800" i="1">
                <a:solidFill>
                  <a:srgbClr val="5A666A"/>
                </a:solidFill>
                <a:latin typeface="Aptos"/>
              </a:rPr>
              <a:t>Controlled, repeatable rollout of dashboard and metric changes.</a:t>
            </a:r>
          </a:p>
        </p:txBody>
      </p:sp>
      <p:sp>
        <p:nvSpPr>
          <p:cNvPr id="67" name="Rectangle 66"/>
          <p:cNvSpPr/>
          <p:nvPr/>
        </p:nvSpPr>
        <p:spPr>
          <a:xfrm>
            <a:off x="4280241" y="35427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4280241" y="3542792"/>
            <a:ext cx="64008" cy="420624"/>
          </a:xfrm>
          <a:prstGeom prst="rect">
            <a:avLst/>
          </a:prstGeom>
          <a:solidFill>
            <a:srgbClr val="6BB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435689" y="3579368"/>
            <a:ext cx="3426866" cy="201168"/>
          </a:xfrm>
          <a:prstGeom prst="rect">
            <a:avLst/>
          </a:prstGeom>
          <a:noFill/>
        </p:spPr>
        <p:txBody>
          <a:bodyPr wrap="square" lIns="0" tIns="0" rIns="0" bIns="0">
            <a:spAutoFit/>
          </a:bodyPr>
          <a:lstStyle/>
          <a:p>
            <a:r>
              <a:rPr sz="1050" b="1">
                <a:solidFill>
                  <a:srgbClr val="222B2E"/>
                </a:solidFill>
                <a:latin typeface="Aptos"/>
              </a:rPr>
              <a:t>Data Lineage &amp; Audit Trail</a:t>
            </a:r>
          </a:p>
        </p:txBody>
      </p:sp>
      <p:sp>
        <p:nvSpPr>
          <p:cNvPr id="70" name="TextBox 69"/>
          <p:cNvSpPr txBox="1"/>
          <p:nvPr/>
        </p:nvSpPr>
        <p:spPr>
          <a:xfrm>
            <a:off x="4435689" y="3762248"/>
            <a:ext cx="3426866" cy="182880"/>
          </a:xfrm>
          <a:prstGeom prst="rect">
            <a:avLst/>
          </a:prstGeom>
          <a:noFill/>
        </p:spPr>
        <p:txBody>
          <a:bodyPr wrap="square" lIns="0" tIns="0" rIns="0" bIns="0">
            <a:spAutoFit/>
          </a:bodyPr>
          <a:lstStyle/>
          <a:p>
            <a:r>
              <a:rPr sz="800" i="1">
                <a:solidFill>
                  <a:srgbClr val="5A666A"/>
                </a:solidFill>
                <a:latin typeface="Aptos"/>
              </a:rPr>
              <a:t>Visibility into where data came from and how it is used.</a:t>
            </a:r>
          </a:p>
        </p:txBody>
      </p:sp>
      <p:sp>
        <p:nvSpPr>
          <p:cNvPr id="71" name="Rectangle 70"/>
          <p:cNvSpPr/>
          <p:nvPr/>
        </p:nvSpPr>
        <p:spPr>
          <a:xfrm>
            <a:off x="8122006" y="1158494"/>
            <a:ext cx="3655466" cy="443484"/>
          </a:xfrm>
          <a:prstGeom prst="rect">
            <a:avLst/>
          </a:prstGeom>
          <a:solidFill>
            <a:srgbClr val="8E979B"/>
          </a:solidFill>
          <a:ln>
            <a:noFill/>
          </a:ln>
        </p:spPr>
        <p:style>
          <a:lnRef idx="1">
            <a:schemeClr val="accent1"/>
          </a:lnRef>
          <a:fillRef idx="3">
            <a:schemeClr val="accent1"/>
          </a:fillRef>
          <a:effectRef idx="2">
            <a:schemeClr val="accent1"/>
          </a:effectRef>
          <a:fontRef idx="minor">
            <a:schemeClr val="lt1"/>
          </a:fontRef>
        </p:style>
        <p:txBody>
          <a:bodyPr wrap="square" lIns="164592" tIns="54864" rIns="137160" bIns="54864" rtlCol="0" anchor="ctr"/>
          <a:lstStyle/>
          <a:p>
            <a:pPr algn="ctr"/>
            <a:r>
              <a:rPr sz="1500" b="1" dirty="0">
                <a:solidFill>
                  <a:srgbClr val="FFFFFF"/>
                </a:solidFill>
                <a:latin typeface="Aptos"/>
              </a:rPr>
              <a:t>L3 — Low</a:t>
            </a:r>
            <a:r>
              <a:rPr sz="1100" dirty="0">
                <a:solidFill>
                  <a:srgbClr val="FFFFFF"/>
                </a:solidFill>
                <a:latin typeface="Aptos"/>
              </a:rPr>
              <a:t>   ·   4 categories</a:t>
            </a:r>
          </a:p>
        </p:txBody>
      </p:sp>
      <p:sp>
        <p:nvSpPr>
          <p:cNvPr id="72" name="Rectangle 71"/>
          <p:cNvSpPr/>
          <p:nvPr/>
        </p:nvSpPr>
        <p:spPr>
          <a:xfrm>
            <a:off x="8122006" y="17139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8122006" y="1713992"/>
            <a:ext cx="64008" cy="420624"/>
          </a:xfrm>
          <a:prstGeom prst="rect">
            <a:avLst/>
          </a:prstGeom>
          <a:solidFill>
            <a:srgbClr val="8E9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277454" y="1750568"/>
            <a:ext cx="3426866" cy="201168"/>
          </a:xfrm>
          <a:prstGeom prst="rect">
            <a:avLst/>
          </a:prstGeom>
          <a:noFill/>
        </p:spPr>
        <p:txBody>
          <a:bodyPr wrap="square" lIns="0" tIns="0" rIns="0" bIns="0">
            <a:spAutoFit/>
          </a:bodyPr>
          <a:lstStyle/>
          <a:p>
            <a:r>
              <a:rPr sz="1050" b="1">
                <a:solidFill>
                  <a:srgbClr val="222B2E"/>
                </a:solidFill>
                <a:latin typeface="Aptos"/>
              </a:rPr>
              <a:t>Mobile &amp; Accessibility</a:t>
            </a:r>
          </a:p>
        </p:txBody>
      </p:sp>
      <p:sp>
        <p:nvSpPr>
          <p:cNvPr id="75" name="TextBox 74"/>
          <p:cNvSpPr txBox="1"/>
          <p:nvPr/>
        </p:nvSpPr>
        <p:spPr>
          <a:xfrm>
            <a:off x="8277454" y="1933448"/>
            <a:ext cx="3426866" cy="182880"/>
          </a:xfrm>
          <a:prstGeom prst="rect">
            <a:avLst/>
          </a:prstGeom>
          <a:noFill/>
        </p:spPr>
        <p:txBody>
          <a:bodyPr wrap="square" lIns="0" tIns="0" rIns="0" bIns="0">
            <a:spAutoFit/>
          </a:bodyPr>
          <a:lstStyle/>
          <a:p>
            <a:r>
              <a:rPr sz="800" i="1">
                <a:solidFill>
                  <a:srgbClr val="5A666A"/>
                </a:solidFill>
                <a:latin typeface="Aptos"/>
              </a:rPr>
              <a:t>Mobile-friendly access and accessibility standards support.</a:t>
            </a:r>
          </a:p>
        </p:txBody>
      </p:sp>
      <p:sp>
        <p:nvSpPr>
          <p:cNvPr id="76" name="Rectangle 75"/>
          <p:cNvSpPr/>
          <p:nvPr/>
        </p:nvSpPr>
        <p:spPr>
          <a:xfrm>
            <a:off x="8122006" y="21711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8122006" y="2171192"/>
            <a:ext cx="64008" cy="420624"/>
          </a:xfrm>
          <a:prstGeom prst="rect">
            <a:avLst/>
          </a:prstGeom>
          <a:solidFill>
            <a:srgbClr val="8E9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277454" y="2207768"/>
            <a:ext cx="3426866" cy="201168"/>
          </a:xfrm>
          <a:prstGeom prst="rect">
            <a:avLst/>
          </a:prstGeom>
          <a:noFill/>
        </p:spPr>
        <p:txBody>
          <a:bodyPr wrap="square" lIns="0" tIns="0" rIns="0" bIns="0">
            <a:spAutoFit/>
          </a:bodyPr>
          <a:lstStyle/>
          <a:p>
            <a:r>
              <a:rPr sz="1050" b="1">
                <a:solidFill>
                  <a:srgbClr val="222B2E"/>
                </a:solidFill>
                <a:latin typeface="Aptos"/>
              </a:rPr>
              <a:t>Vendor Maturity &amp; Ecosystem</a:t>
            </a:r>
          </a:p>
        </p:txBody>
      </p:sp>
      <p:sp>
        <p:nvSpPr>
          <p:cNvPr id="79" name="TextBox 78"/>
          <p:cNvSpPr txBox="1"/>
          <p:nvPr/>
        </p:nvSpPr>
        <p:spPr>
          <a:xfrm>
            <a:off x="8277454" y="2390648"/>
            <a:ext cx="3426866" cy="182880"/>
          </a:xfrm>
          <a:prstGeom prst="rect">
            <a:avLst/>
          </a:prstGeom>
          <a:noFill/>
        </p:spPr>
        <p:txBody>
          <a:bodyPr wrap="square" lIns="0" tIns="0" rIns="0" bIns="0">
            <a:spAutoFit/>
          </a:bodyPr>
          <a:lstStyle/>
          <a:p>
            <a:r>
              <a:rPr sz="800" i="1">
                <a:solidFill>
                  <a:srgbClr val="5A666A"/>
                </a:solidFill>
                <a:latin typeface="Aptos"/>
              </a:rPr>
              <a:t>Vendor stability, roadmap clarity, and community strength.</a:t>
            </a:r>
          </a:p>
        </p:txBody>
      </p:sp>
      <p:sp>
        <p:nvSpPr>
          <p:cNvPr id="80" name="Rectangle 79"/>
          <p:cNvSpPr/>
          <p:nvPr/>
        </p:nvSpPr>
        <p:spPr>
          <a:xfrm>
            <a:off x="8122006" y="26283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8122006" y="2628392"/>
            <a:ext cx="64008" cy="420624"/>
          </a:xfrm>
          <a:prstGeom prst="rect">
            <a:avLst/>
          </a:prstGeom>
          <a:solidFill>
            <a:srgbClr val="8E9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277454" y="2664968"/>
            <a:ext cx="3426866" cy="201168"/>
          </a:xfrm>
          <a:prstGeom prst="rect">
            <a:avLst/>
          </a:prstGeom>
          <a:noFill/>
        </p:spPr>
        <p:txBody>
          <a:bodyPr wrap="square" lIns="0" tIns="0" rIns="0" bIns="0">
            <a:spAutoFit/>
          </a:bodyPr>
          <a:lstStyle/>
          <a:p>
            <a:r>
              <a:rPr sz="1050" b="1">
                <a:solidFill>
                  <a:srgbClr val="222B2E"/>
                </a:solidFill>
                <a:latin typeface="Aptos"/>
              </a:rPr>
              <a:t>Localization &amp; Internationalization</a:t>
            </a:r>
          </a:p>
        </p:txBody>
      </p:sp>
      <p:sp>
        <p:nvSpPr>
          <p:cNvPr id="83" name="TextBox 82"/>
          <p:cNvSpPr txBox="1"/>
          <p:nvPr/>
        </p:nvSpPr>
        <p:spPr>
          <a:xfrm>
            <a:off x="8277454" y="2847848"/>
            <a:ext cx="3426866" cy="182880"/>
          </a:xfrm>
          <a:prstGeom prst="rect">
            <a:avLst/>
          </a:prstGeom>
          <a:noFill/>
        </p:spPr>
        <p:txBody>
          <a:bodyPr wrap="square" lIns="0" tIns="0" rIns="0" bIns="0">
            <a:spAutoFit/>
          </a:bodyPr>
          <a:lstStyle/>
          <a:p>
            <a:r>
              <a:rPr sz="800" i="1">
                <a:solidFill>
                  <a:srgbClr val="5A666A"/>
                </a:solidFill>
                <a:latin typeface="Aptos"/>
              </a:rPr>
              <a:t>Support for multiple languages, currencies, and regional formats.</a:t>
            </a:r>
          </a:p>
        </p:txBody>
      </p:sp>
      <p:sp>
        <p:nvSpPr>
          <p:cNvPr id="84" name="Rectangle 83"/>
          <p:cNvSpPr/>
          <p:nvPr/>
        </p:nvSpPr>
        <p:spPr>
          <a:xfrm>
            <a:off x="8122006" y="3085592"/>
            <a:ext cx="3655466" cy="420624"/>
          </a:xfrm>
          <a:prstGeom prst="rect">
            <a:avLst/>
          </a:prstGeom>
          <a:solidFill>
            <a:srgbClr val="FFFFFF"/>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8122006" y="3085592"/>
            <a:ext cx="64008" cy="420624"/>
          </a:xfrm>
          <a:prstGeom prst="rect">
            <a:avLst/>
          </a:prstGeom>
          <a:solidFill>
            <a:srgbClr val="8E9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277454" y="3122168"/>
            <a:ext cx="3426866" cy="201168"/>
          </a:xfrm>
          <a:prstGeom prst="rect">
            <a:avLst/>
          </a:prstGeom>
          <a:noFill/>
        </p:spPr>
        <p:txBody>
          <a:bodyPr wrap="square" lIns="0" tIns="0" rIns="0" bIns="0">
            <a:spAutoFit/>
          </a:bodyPr>
          <a:lstStyle/>
          <a:p>
            <a:r>
              <a:rPr sz="1050" b="1">
                <a:solidFill>
                  <a:srgbClr val="222B2E"/>
                </a:solidFill>
                <a:latin typeface="Aptos"/>
              </a:rPr>
              <a:t>Embedded Analytics</a:t>
            </a:r>
          </a:p>
        </p:txBody>
      </p:sp>
      <p:sp>
        <p:nvSpPr>
          <p:cNvPr id="87" name="TextBox 86"/>
          <p:cNvSpPr txBox="1"/>
          <p:nvPr/>
        </p:nvSpPr>
        <p:spPr>
          <a:xfrm>
            <a:off x="8277454" y="3305048"/>
            <a:ext cx="3426866" cy="182880"/>
          </a:xfrm>
          <a:prstGeom prst="rect">
            <a:avLst/>
          </a:prstGeom>
          <a:noFill/>
        </p:spPr>
        <p:txBody>
          <a:bodyPr wrap="square" lIns="0" tIns="0" rIns="0" bIns="0">
            <a:spAutoFit/>
          </a:bodyPr>
          <a:lstStyle/>
          <a:p>
            <a:r>
              <a:rPr sz="800" i="1">
                <a:solidFill>
                  <a:srgbClr val="5A666A"/>
                </a:solidFill>
                <a:latin typeface="Aptos"/>
              </a:rPr>
              <a:t>Embedding reports inside other applications or customer portals.</a:t>
            </a:r>
          </a:p>
        </p:txBody>
      </p:sp>
      <p:sp>
        <p:nvSpPr>
          <p:cNvPr id="88" name="TextBox 87"/>
          <p:cNvSpPr txBox="1"/>
          <p:nvPr/>
        </p:nvSpPr>
        <p:spPr>
          <a:xfrm>
            <a:off x="11750040" y="6492240"/>
            <a:ext cx="365760" cy="274320"/>
          </a:xfrm>
          <a:prstGeom prst="rect">
            <a:avLst/>
          </a:prstGeom>
          <a:noFill/>
        </p:spPr>
        <p:txBody>
          <a:bodyPr wrap="none" lIns="0" tIns="0" rIns="0" bIns="0">
            <a:spAutoFit/>
          </a:bodyPr>
          <a:lstStyle/>
          <a:p>
            <a:pPr algn="r"/>
            <a:r>
              <a:rPr sz="1100">
                <a:solidFill>
                  <a:srgbClr val="5A666A"/>
                </a:solidFill>
                <a:latin typeface="Aptos"/>
              </a:rPr>
              <a:t>4</a:t>
            </a:r>
          </a:p>
        </p:txBody>
      </p:sp>
      <p:pic>
        <p:nvPicPr>
          <p:cNvPr id="89" name="Picture 88" descr="A red text on a white background  AI-generated content may be incorrect.">
            <a:extLst>
              <a:ext uri="{FF2B5EF4-FFF2-40B4-BE49-F238E27FC236}">
                <a16:creationId xmlns:a16="http://schemas.microsoft.com/office/drawing/2014/main" id="{AD750828-C0A6-3311-061B-735325A43B7C}"/>
              </a:ext>
            </a:extLst>
          </p:cNvPr>
          <p:cNvPicPr>
            <a:picLocks noChangeAspect="1"/>
          </p:cNvPicPr>
          <p:nvPr/>
        </p:nvPicPr>
        <p:blipFill>
          <a:blip r:embed="rId3"/>
          <a:stretch>
            <a:fillRect/>
          </a:stretch>
        </p:blipFill>
        <p:spPr>
          <a:xfrm>
            <a:off x="11905954" y="118872"/>
            <a:ext cx="286046" cy="23264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92608"/>
            <a:ext cx="11430000" cy="502920"/>
          </a:xfrm>
          <a:prstGeom prst="rect">
            <a:avLst/>
          </a:prstGeom>
          <a:noFill/>
        </p:spPr>
        <p:txBody>
          <a:bodyPr wrap="none" lIns="0" tIns="0" rIns="0" bIns="0">
            <a:spAutoFit/>
          </a:bodyPr>
          <a:lstStyle/>
          <a:p>
            <a:r>
              <a:rPr sz="2800" b="1">
                <a:solidFill>
                  <a:srgbClr val="1F8E91"/>
                </a:solidFill>
                <a:latin typeface="Aptos"/>
              </a:rPr>
              <a:t>L1 → Client Requirements</a:t>
            </a:r>
            <a:r>
              <a:rPr sz="1800">
                <a:solidFill>
                  <a:srgbClr val="5A666A"/>
                </a:solidFill>
                <a:latin typeface="Aptos"/>
              </a:rPr>
              <a:t>   —   How the deep-dive set maps to GTF’s 9 stated needs</a:t>
            </a:r>
          </a:p>
        </p:txBody>
      </p:sp>
      <p:sp>
        <p:nvSpPr>
          <p:cNvPr id="3" name="Rectangle 2"/>
          <p:cNvSpPr/>
          <p:nvPr/>
        </p:nvSpPr>
        <p:spPr>
          <a:xfrm>
            <a:off x="411480" y="886968"/>
            <a:ext cx="822960" cy="45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 y="1033271"/>
            <a:ext cx="11365992" cy="594360"/>
          </a:xfrm>
          <a:prstGeom prst="rect">
            <a:avLst/>
          </a:prstGeom>
          <a:solidFill>
            <a:srgbClr val="E6F3F4"/>
          </a:solidFill>
          <a:ln w="9525">
            <a:solidFill>
              <a:srgbClr val="1F8E91"/>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a:solidFill>
                  <a:srgbClr val="222B2E"/>
                </a:solidFill>
                <a:latin typeface="Aptos"/>
              </a:rPr>
              <a:t>All 9 client requirements are covered by the L1 set — </a:t>
            </a:r>
            <a:r>
              <a:rPr sz="1400" b="1">
                <a:solidFill>
                  <a:srgbClr val="146A6C"/>
                </a:solidFill>
                <a:latin typeface="Aptos"/>
              </a:rPr>
              <a:t>plus 3 additional business pillars</a:t>
            </a:r>
            <a:r>
              <a:rPr sz="1400">
                <a:solidFill>
                  <a:srgbClr val="222B2E"/>
                </a:solidFill>
                <a:latin typeface="Aptos"/>
              </a:rPr>
              <a:t> (Self-Service, AI-Era, TCO) drive full strategic coverage.</a:t>
            </a:r>
          </a:p>
        </p:txBody>
      </p:sp>
      <p:sp>
        <p:nvSpPr>
          <p:cNvPr id="5" name="Rectangle 4"/>
          <p:cNvSpPr/>
          <p:nvPr/>
        </p:nvSpPr>
        <p:spPr>
          <a:xfrm>
            <a:off x="411480" y="1783080"/>
            <a:ext cx="3017520" cy="347472"/>
          </a:xfrm>
          <a:prstGeom prst="rect">
            <a:avLst/>
          </a:prstGeom>
          <a:solidFill>
            <a:srgbClr val="1F8E91"/>
          </a:solidFill>
          <a:ln w="6350">
            <a:solidFill>
              <a:srgbClr val="1F8E91"/>
            </a:solidFill>
          </a:ln>
        </p:spPr>
        <p:style>
          <a:lnRef idx="1">
            <a:schemeClr val="accent1"/>
          </a:lnRef>
          <a:fillRef idx="3">
            <a:schemeClr val="accent1"/>
          </a:fillRef>
          <a:effectRef idx="2">
            <a:schemeClr val="accent1"/>
          </a:effectRef>
          <a:fontRef idx="minor">
            <a:schemeClr val="lt1"/>
          </a:fontRef>
        </p:style>
        <p:txBody>
          <a:bodyPr wrap="square" lIns="137160" tIns="0" bIns="0" rtlCol="0" anchor="ctr"/>
          <a:lstStyle/>
          <a:p>
            <a:pPr algn="ctr"/>
            <a:r>
              <a:rPr sz="1150" b="1">
                <a:solidFill>
                  <a:srgbClr val="FFFFFF"/>
                </a:solidFill>
                <a:latin typeface="Aptos"/>
              </a:rPr>
              <a:t>L1 Category</a:t>
            </a:r>
          </a:p>
        </p:txBody>
      </p:sp>
      <p:sp>
        <p:nvSpPr>
          <p:cNvPr id="6" name="Rectangle 5"/>
          <p:cNvSpPr/>
          <p:nvPr/>
        </p:nvSpPr>
        <p:spPr>
          <a:xfrm>
            <a:off x="3429000" y="1783080"/>
            <a:ext cx="4206240" cy="347472"/>
          </a:xfrm>
          <a:prstGeom prst="rect">
            <a:avLst/>
          </a:prstGeom>
          <a:solidFill>
            <a:srgbClr val="1F8E91"/>
          </a:solidFill>
          <a:ln w="6350">
            <a:solidFill>
              <a:srgbClr val="1F8E91"/>
            </a:solidFill>
          </a:ln>
        </p:spPr>
        <p:style>
          <a:lnRef idx="1">
            <a:schemeClr val="accent1"/>
          </a:lnRef>
          <a:fillRef idx="3">
            <a:schemeClr val="accent1"/>
          </a:fillRef>
          <a:effectRef idx="2">
            <a:schemeClr val="accent1"/>
          </a:effectRef>
          <a:fontRef idx="minor">
            <a:schemeClr val="lt1"/>
          </a:fontRef>
        </p:style>
        <p:txBody>
          <a:bodyPr wrap="square" lIns="137160" tIns="0" bIns="0" rtlCol="0" anchor="ctr"/>
          <a:lstStyle/>
          <a:p>
            <a:pPr algn="ctr"/>
            <a:r>
              <a:rPr sz="1150" b="1">
                <a:solidFill>
                  <a:srgbClr val="FFFFFF"/>
                </a:solidFill>
                <a:latin typeface="Aptos"/>
              </a:rPr>
              <a:t>Maps to Client Requirement(s)</a:t>
            </a:r>
          </a:p>
        </p:txBody>
      </p:sp>
      <p:sp>
        <p:nvSpPr>
          <p:cNvPr id="7" name="Rectangle 6"/>
          <p:cNvSpPr/>
          <p:nvPr/>
        </p:nvSpPr>
        <p:spPr>
          <a:xfrm>
            <a:off x="7635240" y="1783080"/>
            <a:ext cx="4142232" cy="347472"/>
          </a:xfrm>
          <a:prstGeom prst="rect">
            <a:avLst/>
          </a:prstGeom>
          <a:solidFill>
            <a:srgbClr val="1F8E91"/>
          </a:solidFill>
          <a:ln w="6350">
            <a:solidFill>
              <a:srgbClr val="1F8E91"/>
            </a:solidFill>
          </a:ln>
        </p:spPr>
        <p:style>
          <a:lnRef idx="1">
            <a:schemeClr val="accent1"/>
          </a:lnRef>
          <a:fillRef idx="3">
            <a:schemeClr val="accent1"/>
          </a:fillRef>
          <a:effectRef idx="2">
            <a:schemeClr val="accent1"/>
          </a:effectRef>
          <a:fontRef idx="minor">
            <a:schemeClr val="lt1"/>
          </a:fontRef>
        </p:style>
        <p:txBody>
          <a:bodyPr wrap="square" lIns="137160" tIns="0" bIns="0" rtlCol="0" anchor="ctr"/>
          <a:lstStyle/>
          <a:p>
            <a:pPr algn="ctr"/>
            <a:r>
              <a:rPr sz="1150" b="1">
                <a:solidFill>
                  <a:srgbClr val="FFFFFF"/>
                </a:solidFill>
                <a:latin typeface="Aptos"/>
              </a:rPr>
              <a:t>Validation Focus</a:t>
            </a:r>
          </a:p>
        </p:txBody>
      </p:sp>
      <p:sp>
        <p:nvSpPr>
          <p:cNvPr id="8" name="Rectangle 7"/>
          <p:cNvSpPr/>
          <p:nvPr/>
        </p:nvSpPr>
        <p:spPr>
          <a:xfrm>
            <a:off x="411480" y="2130552"/>
            <a:ext cx="301752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a:solidFill>
                  <a:srgbClr val="222B2E"/>
                </a:solidFill>
                <a:latin typeface="Aptos"/>
              </a:rPr>
              <a:t>Governance, Security &amp; Compliance</a:t>
            </a:r>
          </a:p>
        </p:txBody>
      </p:sp>
      <p:sp>
        <p:nvSpPr>
          <p:cNvPr id="9" name="Rectangle 8"/>
          <p:cNvSpPr/>
          <p:nvPr/>
        </p:nvSpPr>
        <p:spPr>
          <a:xfrm>
            <a:off x="411480" y="2130552"/>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29000" y="2130552"/>
            <a:ext cx="420624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0">
                <a:solidFill>
                  <a:srgbClr val="146A6C"/>
                </a:solidFill>
                <a:latin typeface="Aptos"/>
              </a:rPr>
              <a:t>Req #1  Azure AD / Entra ID   ·   Req #4  Row-Level Security</a:t>
            </a:r>
          </a:p>
        </p:txBody>
      </p:sp>
      <p:sp>
        <p:nvSpPr>
          <p:cNvPr id="11" name="Rectangle 10"/>
          <p:cNvSpPr/>
          <p:nvPr/>
        </p:nvSpPr>
        <p:spPr>
          <a:xfrm>
            <a:off x="7635240" y="2130552"/>
            <a:ext cx="4142232"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a:solidFill>
                  <a:srgbClr val="5A666A"/>
                </a:solidFill>
                <a:latin typeface="Aptos"/>
              </a:rPr>
              <a:t>SSO/MFA via Entra, RLS at AtScale vs BI layer</a:t>
            </a:r>
          </a:p>
        </p:txBody>
      </p:sp>
      <p:sp>
        <p:nvSpPr>
          <p:cNvPr id="12" name="Rectangle 11"/>
          <p:cNvSpPr/>
          <p:nvPr/>
        </p:nvSpPr>
        <p:spPr>
          <a:xfrm>
            <a:off x="411480" y="2459736"/>
            <a:ext cx="301752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a:solidFill>
                  <a:srgbClr val="222B2E"/>
                </a:solidFill>
                <a:latin typeface="Aptos"/>
              </a:rPr>
              <a:t>Performance &amp; Scalability</a:t>
            </a:r>
          </a:p>
        </p:txBody>
      </p:sp>
      <p:sp>
        <p:nvSpPr>
          <p:cNvPr id="13" name="Rectangle 12"/>
          <p:cNvSpPr/>
          <p:nvPr/>
        </p:nvSpPr>
        <p:spPr>
          <a:xfrm>
            <a:off x="411480" y="2459736"/>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29000" y="2459736"/>
            <a:ext cx="420624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0">
                <a:solidFill>
                  <a:srgbClr val="146A6C"/>
                </a:solidFill>
                <a:latin typeface="Aptos"/>
              </a:rPr>
              <a:t>Req #2  Gateways &amp; Refresh   ·   Req #7  Large-row reports</a:t>
            </a:r>
          </a:p>
        </p:txBody>
      </p:sp>
      <p:sp>
        <p:nvSpPr>
          <p:cNvPr id="15" name="Rectangle 14"/>
          <p:cNvSpPr/>
          <p:nvPr/>
        </p:nvSpPr>
        <p:spPr>
          <a:xfrm>
            <a:off x="7635240" y="2459736"/>
            <a:ext cx="4142232"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a:solidFill>
                  <a:srgbClr val="5A666A"/>
                </a:solidFill>
                <a:latin typeface="Aptos"/>
              </a:rPr>
              <a:t>Concurrent load, catering detail report, AtScale aggregates</a:t>
            </a:r>
          </a:p>
        </p:txBody>
      </p:sp>
      <p:sp>
        <p:nvSpPr>
          <p:cNvPr id="16" name="Rectangle 15"/>
          <p:cNvSpPr/>
          <p:nvPr/>
        </p:nvSpPr>
        <p:spPr>
          <a:xfrm>
            <a:off x="411480" y="2788920"/>
            <a:ext cx="301752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a:solidFill>
                  <a:srgbClr val="222B2E"/>
                </a:solidFill>
                <a:latin typeface="Aptos"/>
              </a:rPr>
              <a:t>Data Connectivity &amp; Integration</a:t>
            </a:r>
          </a:p>
        </p:txBody>
      </p:sp>
      <p:sp>
        <p:nvSpPr>
          <p:cNvPr id="17" name="Rectangle 16"/>
          <p:cNvSpPr/>
          <p:nvPr/>
        </p:nvSpPr>
        <p:spPr>
          <a:xfrm>
            <a:off x="411480" y="2788920"/>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429000" y="2788920"/>
            <a:ext cx="420624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0">
                <a:solidFill>
                  <a:srgbClr val="146A6C"/>
                </a:solidFill>
                <a:latin typeface="Aptos"/>
              </a:rPr>
              <a:t>Req #2  Live connection support</a:t>
            </a:r>
          </a:p>
        </p:txBody>
      </p:sp>
      <p:sp>
        <p:nvSpPr>
          <p:cNvPr id="19" name="Rectangle 18"/>
          <p:cNvSpPr/>
          <p:nvPr/>
        </p:nvSpPr>
        <p:spPr>
          <a:xfrm>
            <a:off x="7635240" y="2788920"/>
            <a:ext cx="4142232"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dirty="0">
                <a:solidFill>
                  <a:srgbClr val="5A666A"/>
                </a:solidFill>
                <a:latin typeface="Aptos"/>
              </a:rPr>
              <a:t>Live vs Import mode, </a:t>
            </a:r>
            <a:r>
              <a:rPr sz="950" dirty="0" err="1">
                <a:solidFill>
                  <a:srgbClr val="5A666A"/>
                </a:solidFill>
                <a:latin typeface="Aptos"/>
              </a:rPr>
              <a:t>AtScale</a:t>
            </a:r>
            <a:r>
              <a:rPr sz="950" dirty="0">
                <a:solidFill>
                  <a:srgbClr val="5A666A"/>
                </a:solidFill>
                <a:latin typeface="Aptos"/>
              </a:rPr>
              <a:t> native connector, OAuth / auth flow</a:t>
            </a:r>
          </a:p>
        </p:txBody>
      </p:sp>
      <p:sp>
        <p:nvSpPr>
          <p:cNvPr id="20" name="Rectangle 19"/>
          <p:cNvSpPr/>
          <p:nvPr/>
        </p:nvSpPr>
        <p:spPr>
          <a:xfrm>
            <a:off x="411480" y="3118104"/>
            <a:ext cx="301752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dirty="0">
                <a:solidFill>
                  <a:srgbClr val="222B2E"/>
                </a:solidFill>
                <a:latin typeface="Aptos"/>
              </a:rPr>
              <a:t>Real-time &amp; Streaming Analytics</a:t>
            </a:r>
          </a:p>
        </p:txBody>
      </p:sp>
      <p:sp>
        <p:nvSpPr>
          <p:cNvPr id="21" name="Rectangle 20"/>
          <p:cNvSpPr/>
          <p:nvPr/>
        </p:nvSpPr>
        <p:spPr>
          <a:xfrm>
            <a:off x="411480" y="3118104"/>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429000" y="3118104"/>
            <a:ext cx="420624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0">
                <a:solidFill>
                  <a:srgbClr val="146A6C"/>
                </a:solidFill>
                <a:latin typeface="Aptos"/>
              </a:rPr>
              <a:t>Req #2  Live data freshness</a:t>
            </a:r>
          </a:p>
        </p:txBody>
      </p:sp>
      <p:sp>
        <p:nvSpPr>
          <p:cNvPr id="23" name="Rectangle 22"/>
          <p:cNvSpPr/>
          <p:nvPr/>
        </p:nvSpPr>
        <p:spPr>
          <a:xfrm>
            <a:off x="7635240" y="3118104"/>
            <a:ext cx="4142232"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dirty="0" err="1">
                <a:solidFill>
                  <a:srgbClr val="5A666A"/>
                </a:solidFill>
                <a:latin typeface="Aptos"/>
              </a:rPr>
              <a:t>DirectQuery</a:t>
            </a:r>
            <a:r>
              <a:rPr sz="950" dirty="0">
                <a:solidFill>
                  <a:srgbClr val="5A666A"/>
                </a:solidFill>
                <a:latin typeface="Aptos"/>
              </a:rPr>
              <a:t> / Live mode, auto-refresh intervals, freshness SLA</a:t>
            </a:r>
          </a:p>
        </p:txBody>
      </p:sp>
      <p:sp>
        <p:nvSpPr>
          <p:cNvPr id="24" name="Rectangle 23"/>
          <p:cNvSpPr/>
          <p:nvPr/>
        </p:nvSpPr>
        <p:spPr>
          <a:xfrm>
            <a:off x="411480" y="3447288"/>
            <a:ext cx="301752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a:solidFill>
                  <a:srgbClr val="222B2E"/>
                </a:solidFill>
                <a:latin typeface="Aptos"/>
              </a:rPr>
              <a:t>Collaboration &amp; Sharing</a:t>
            </a:r>
          </a:p>
        </p:txBody>
      </p:sp>
      <p:sp>
        <p:nvSpPr>
          <p:cNvPr id="25" name="Rectangle 24"/>
          <p:cNvSpPr/>
          <p:nvPr/>
        </p:nvSpPr>
        <p:spPr>
          <a:xfrm>
            <a:off x="411480" y="3447288"/>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429000" y="3447288"/>
            <a:ext cx="420624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0">
                <a:solidFill>
                  <a:srgbClr val="146A6C"/>
                </a:solidFill>
                <a:latin typeface="Aptos"/>
              </a:rPr>
              <a:t>Req #3  Power BI Apps equivalent</a:t>
            </a:r>
          </a:p>
        </p:txBody>
      </p:sp>
      <p:sp>
        <p:nvSpPr>
          <p:cNvPr id="27" name="Rectangle 26"/>
          <p:cNvSpPr/>
          <p:nvPr/>
        </p:nvSpPr>
        <p:spPr>
          <a:xfrm>
            <a:off x="7635240" y="3447288"/>
            <a:ext cx="4142232"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a:solidFill>
                  <a:srgbClr val="5A666A"/>
                </a:solidFill>
                <a:latin typeface="Aptos"/>
              </a:rPr>
              <a:t>Workspaces vs Projects / Sites / Collections, audiences</a:t>
            </a:r>
          </a:p>
        </p:txBody>
      </p:sp>
      <p:sp>
        <p:nvSpPr>
          <p:cNvPr id="28" name="Rectangle 27"/>
          <p:cNvSpPr/>
          <p:nvPr/>
        </p:nvSpPr>
        <p:spPr>
          <a:xfrm>
            <a:off x="411480" y="3776472"/>
            <a:ext cx="301752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a:solidFill>
                  <a:srgbClr val="222B2E"/>
                </a:solidFill>
                <a:latin typeface="Aptos"/>
              </a:rPr>
              <a:t>Visualization &amp; UX</a:t>
            </a:r>
          </a:p>
        </p:txBody>
      </p:sp>
      <p:sp>
        <p:nvSpPr>
          <p:cNvPr id="29" name="Rectangle 28"/>
          <p:cNvSpPr/>
          <p:nvPr/>
        </p:nvSpPr>
        <p:spPr>
          <a:xfrm>
            <a:off x="411480" y="3776472"/>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429000" y="3776472"/>
            <a:ext cx="420624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0">
                <a:solidFill>
                  <a:srgbClr val="146A6C"/>
                </a:solidFill>
                <a:latin typeface="Aptos"/>
              </a:rPr>
              <a:t>Req #5  Bookmarks   ·   Req #6  Visualizations (incl. P&amp;L)</a:t>
            </a:r>
          </a:p>
        </p:txBody>
      </p:sp>
      <p:sp>
        <p:nvSpPr>
          <p:cNvPr id="31" name="Rectangle 30"/>
          <p:cNvSpPr/>
          <p:nvPr/>
        </p:nvSpPr>
        <p:spPr>
          <a:xfrm>
            <a:off x="7635240" y="3776472"/>
            <a:ext cx="4142232"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a:solidFill>
                  <a:srgbClr val="5A666A"/>
                </a:solidFill>
                <a:latin typeface="Aptos"/>
              </a:rPr>
              <a:t>Bookmarks parity, P&amp;L matrix, executive polish</a:t>
            </a:r>
          </a:p>
        </p:txBody>
      </p:sp>
      <p:sp>
        <p:nvSpPr>
          <p:cNvPr id="32" name="Rectangle 31"/>
          <p:cNvSpPr/>
          <p:nvPr/>
        </p:nvSpPr>
        <p:spPr>
          <a:xfrm>
            <a:off x="411480" y="4105656"/>
            <a:ext cx="301752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a:solidFill>
                  <a:srgbClr val="222B2E"/>
                </a:solidFill>
                <a:latin typeface="Aptos"/>
              </a:rPr>
              <a:t>Report Consumption &amp; Alerting</a:t>
            </a:r>
          </a:p>
        </p:txBody>
      </p:sp>
      <p:sp>
        <p:nvSpPr>
          <p:cNvPr id="33" name="Rectangle 32"/>
          <p:cNvSpPr/>
          <p:nvPr/>
        </p:nvSpPr>
        <p:spPr>
          <a:xfrm>
            <a:off x="411480" y="4105656"/>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429000" y="4105656"/>
            <a:ext cx="420624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0">
                <a:solidFill>
                  <a:srgbClr val="146A6C"/>
                </a:solidFill>
                <a:latin typeface="Aptos"/>
              </a:rPr>
              <a:t>Req #7  Large-row reports   ·   Req #8  Robots / Bursting</a:t>
            </a:r>
          </a:p>
        </p:txBody>
      </p:sp>
      <p:sp>
        <p:nvSpPr>
          <p:cNvPr id="35" name="Rectangle 34"/>
          <p:cNvSpPr/>
          <p:nvPr/>
        </p:nvSpPr>
        <p:spPr>
          <a:xfrm>
            <a:off x="7635240" y="4105656"/>
            <a:ext cx="4142232"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a:solidFill>
                  <a:srgbClr val="5A666A"/>
                </a:solidFill>
                <a:latin typeface="Aptos"/>
              </a:rPr>
              <a:t>Paginated reports, dynamic per-recipient subscriptions</a:t>
            </a:r>
          </a:p>
        </p:txBody>
      </p:sp>
      <p:sp>
        <p:nvSpPr>
          <p:cNvPr id="36" name="Rectangle 35"/>
          <p:cNvSpPr/>
          <p:nvPr/>
        </p:nvSpPr>
        <p:spPr>
          <a:xfrm>
            <a:off x="411480" y="4434840"/>
            <a:ext cx="301752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dirty="0">
                <a:solidFill>
                  <a:srgbClr val="222B2E"/>
                </a:solidFill>
                <a:latin typeface="Aptos"/>
              </a:rPr>
              <a:t>Data Modeling &amp; Semantic Layer</a:t>
            </a:r>
          </a:p>
        </p:txBody>
      </p:sp>
      <p:sp>
        <p:nvSpPr>
          <p:cNvPr id="37" name="Rectangle 36"/>
          <p:cNvSpPr/>
          <p:nvPr/>
        </p:nvSpPr>
        <p:spPr>
          <a:xfrm>
            <a:off x="411480" y="4434840"/>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429000" y="4434840"/>
            <a:ext cx="420624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0">
                <a:solidFill>
                  <a:srgbClr val="146A6C"/>
                </a:solidFill>
                <a:latin typeface="Aptos"/>
              </a:rPr>
              <a:t>Req #9  SSAS / AAS / AtScale connectivity</a:t>
            </a:r>
          </a:p>
        </p:txBody>
      </p:sp>
      <p:sp>
        <p:nvSpPr>
          <p:cNvPr id="39" name="Rectangle 38"/>
          <p:cNvSpPr/>
          <p:nvPr/>
        </p:nvSpPr>
        <p:spPr>
          <a:xfrm>
            <a:off x="7635240" y="4434840"/>
            <a:ext cx="4142232"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a:solidFill>
                  <a:srgbClr val="5A666A"/>
                </a:solidFill>
                <a:latin typeface="Aptos"/>
              </a:rPr>
              <a:t>Live connection over AtScale, full DAX / SQL semantics</a:t>
            </a:r>
          </a:p>
        </p:txBody>
      </p:sp>
      <p:sp>
        <p:nvSpPr>
          <p:cNvPr id="40" name="Rectangle 39"/>
          <p:cNvSpPr/>
          <p:nvPr/>
        </p:nvSpPr>
        <p:spPr>
          <a:xfrm>
            <a:off x="411480" y="4764024"/>
            <a:ext cx="301752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a:solidFill>
                  <a:srgbClr val="222B2E"/>
                </a:solidFill>
                <a:latin typeface="Aptos"/>
              </a:rPr>
              <a:t>Licensing &amp; TCO</a:t>
            </a:r>
          </a:p>
        </p:txBody>
      </p:sp>
      <p:sp>
        <p:nvSpPr>
          <p:cNvPr id="41" name="Rectangle 40"/>
          <p:cNvSpPr/>
          <p:nvPr/>
        </p:nvSpPr>
        <p:spPr>
          <a:xfrm>
            <a:off x="411480" y="4764024"/>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429000" y="4764024"/>
            <a:ext cx="420624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1">
                <a:solidFill>
                  <a:srgbClr val="5A666A"/>
                </a:solidFill>
                <a:latin typeface="Aptos"/>
              </a:rPr>
              <a:t>Business pillar — applies across all requirements</a:t>
            </a:r>
          </a:p>
        </p:txBody>
      </p:sp>
      <p:sp>
        <p:nvSpPr>
          <p:cNvPr id="43" name="Rectangle 42"/>
          <p:cNvSpPr/>
          <p:nvPr/>
        </p:nvSpPr>
        <p:spPr>
          <a:xfrm>
            <a:off x="7635240" y="4764024"/>
            <a:ext cx="4142232"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a:solidFill>
                  <a:srgbClr val="5A666A"/>
                </a:solidFill>
                <a:latin typeface="Aptos"/>
              </a:rPr>
              <a:t>3-year TCO, Premium / Fabric gating, license tiers</a:t>
            </a:r>
          </a:p>
        </p:txBody>
      </p:sp>
      <p:sp>
        <p:nvSpPr>
          <p:cNvPr id="44" name="Rectangle 43"/>
          <p:cNvSpPr/>
          <p:nvPr/>
        </p:nvSpPr>
        <p:spPr>
          <a:xfrm>
            <a:off x="411480" y="5093208"/>
            <a:ext cx="301752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a:solidFill>
                  <a:srgbClr val="222B2E"/>
                </a:solidFill>
                <a:latin typeface="Aptos"/>
              </a:rPr>
              <a:t>Self-Service &amp; Authoring Experience</a:t>
            </a:r>
          </a:p>
        </p:txBody>
      </p:sp>
      <p:sp>
        <p:nvSpPr>
          <p:cNvPr id="45" name="Rectangle 44"/>
          <p:cNvSpPr/>
          <p:nvPr/>
        </p:nvSpPr>
        <p:spPr>
          <a:xfrm>
            <a:off x="411480" y="5093208"/>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429000" y="5093208"/>
            <a:ext cx="4206240"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1">
                <a:solidFill>
                  <a:srgbClr val="5A666A"/>
                </a:solidFill>
                <a:latin typeface="Aptos"/>
              </a:rPr>
              <a:t>Business pillar — Self-Service</a:t>
            </a:r>
          </a:p>
        </p:txBody>
      </p:sp>
      <p:sp>
        <p:nvSpPr>
          <p:cNvPr id="47" name="Rectangle 46"/>
          <p:cNvSpPr/>
          <p:nvPr/>
        </p:nvSpPr>
        <p:spPr>
          <a:xfrm>
            <a:off x="7635240" y="5093208"/>
            <a:ext cx="4142232" cy="329184"/>
          </a:xfrm>
          <a:prstGeom prst="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a:solidFill>
                  <a:srgbClr val="5A666A"/>
                </a:solidFill>
                <a:latin typeface="Aptos"/>
              </a:rPr>
              <a:t>Drag-drop authoring, NLQ, certified datasets</a:t>
            </a:r>
          </a:p>
        </p:txBody>
      </p:sp>
      <p:sp>
        <p:nvSpPr>
          <p:cNvPr id="48" name="Rectangle 47"/>
          <p:cNvSpPr/>
          <p:nvPr/>
        </p:nvSpPr>
        <p:spPr>
          <a:xfrm>
            <a:off x="411480" y="5422392"/>
            <a:ext cx="301752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55448" tIns="0" rIns="73152" bIns="0" rtlCol="0" anchor="ctr"/>
          <a:lstStyle/>
          <a:p>
            <a:pPr algn="ctr"/>
            <a:r>
              <a:rPr sz="1050" b="1">
                <a:solidFill>
                  <a:srgbClr val="222B2E"/>
                </a:solidFill>
                <a:latin typeface="Aptos"/>
              </a:rPr>
              <a:t>AI/ML &amp; Advanced Analytics</a:t>
            </a:r>
          </a:p>
        </p:txBody>
      </p:sp>
      <p:sp>
        <p:nvSpPr>
          <p:cNvPr id="49" name="Rectangle 48"/>
          <p:cNvSpPr/>
          <p:nvPr/>
        </p:nvSpPr>
        <p:spPr>
          <a:xfrm>
            <a:off x="411480" y="5422392"/>
            <a:ext cx="54864" cy="329184"/>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3429000" y="5422392"/>
            <a:ext cx="4206240"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i="1">
                <a:solidFill>
                  <a:srgbClr val="5A666A"/>
                </a:solidFill>
                <a:latin typeface="Aptos"/>
              </a:rPr>
              <a:t>Business pillar — AI-Era Readiness</a:t>
            </a:r>
          </a:p>
        </p:txBody>
      </p:sp>
      <p:sp>
        <p:nvSpPr>
          <p:cNvPr id="51" name="Rectangle 50"/>
          <p:cNvSpPr/>
          <p:nvPr/>
        </p:nvSpPr>
        <p:spPr>
          <a:xfrm>
            <a:off x="7635240" y="5422392"/>
            <a:ext cx="4142232" cy="329184"/>
          </a:xfrm>
          <a:prstGeom prst="rect">
            <a:avLst/>
          </a:prstGeom>
          <a:solidFill>
            <a:srgbClr val="FFFFFF"/>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lIns="109728" tIns="0" rIns="73152" bIns="0" rtlCol="0" anchor="ctr"/>
          <a:lstStyle/>
          <a:p>
            <a:pPr algn="ctr"/>
            <a:r>
              <a:rPr sz="950">
                <a:solidFill>
                  <a:srgbClr val="5A666A"/>
                </a:solidFill>
                <a:latin typeface="Aptos"/>
              </a:rPr>
              <a:t>Native AI visuals, NLQ, copilot integration roadmap</a:t>
            </a:r>
          </a:p>
        </p:txBody>
      </p:sp>
      <p:sp>
        <p:nvSpPr>
          <p:cNvPr id="52" name="Rectangle 51"/>
          <p:cNvSpPr/>
          <p:nvPr/>
        </p:nvSpPr>
        <p:spPr>
          <a:xfrm>
            <a:off x="411480" y="5897160"/>
            <a:ext cx="11365992" cy="685800"/>
          </a:xfrm>
          <a:prstGeom prst="rect">
            <a:avLst/>
          </a:prstGeom>
          <a:solidFill>
            <a:srgbClr val="146A6C"/>
          </a:solidFill>
          <a:ln>
            <a:noFill/>
          </a:ln>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r>
              <a:rPr sz="1100" b="1" dirty="0">
                <a:solidFill>
                  <a:srgbClr val="FFFFFF"/>
                </a:solidFill>
                <a:latin typeface="Aptos"/>
              </a:rPr>
              <a:t>Coverage check:  </a:t>
            </a:r>
            <a:r>
              <a:rPr sz="1100" dirty="0">
                <a:solidFill>
                  <a:srgbClr val="FFFFFF"/>
                </a:solidFill>
                <a:latin typeface="Aptos"/>
              </a:rPr>
              <a:t>8 of 11 L1 categories map directly to client requirements (</a:t>
            </a:r>
            <a:r>
              <a:rPr sz="1100" dirty="0" err="1">
                <a:solidFill>
                  <a:srgbClr val="FFFFFF"/>
                </a:solidFill>
                <a:latin typeface="Aptos"/>
              </a:rPr>
              <a:t>Reqs</a:t>
            </a:r>
            <a:r>
              <a:rPr sz="1100" dirty="0">
                <a:solidFill>
                  <a:srgbClr val="FFFFFF"/>
                </a:solidFill>
                <a:latin typeface="Aptos"/>
              </a:rPr>
              <a:t> #1–9 all covered)  ·  3 additional L1 categories anchor the business pillars from Slide 2.</a:t>
            </a:r>
          </a:p>
        </p:txBody>
      </p:sp>
      <p:sp>
        <p:nvSpPr>
          <p:cNvPr id="53" name="TextBox 52"/>
          <p:cNvSpPr txBox="1"/>
          <p:nvPr/>
        </p:nvSpPr>
        <p:spPr>
          <a:xfrm>
            <a:off x="11750040" y="6446520"/>
            <a:ext cx="365760" cy="274320"/>
          </a:xfrm>
          <a:prstGeom prst="rect">
            <a:avLst/>
          </a:prstGeom>
          <a:noFill/>
        </p:spPr>
        <p:txBody>
          <a:bodyPr wrap="none" lIns="0" tIns="0" rIns="0" bIns="0">
            <a:spAutoFit/>
          </a:bodyPr>
          <a:lstStyle/>
          <a:p>
            <a:pPr algn="r"/>
            <a:r>
              <a:rPr sz="1100">
                <a:solidFill>
                  <a:srgbClr val="5A666A"/>
                </a:solidFill>
                <a:latin typeface="Aptos"/>
              </a:rPr>
              <a:t>5</a:t>
            </a:r>
          </a:p>
        </p:txBody>
      </p:sp>
      <p:pic>
        <p:nvPicPr>
          <p:cNvPr id="54" name="Picture 53" descr="A red text on a white background  AI-generated content may be incorrect.">
            <a:extLst>
              <a:ext uri="{FF2B5EF4-FFF2-40B4-BE49-F238E27FC236}">
                <a16:creationId xmlns:a16="http://schemas.microsoft.com/office/drawing/2014/main" id="{EF8B681C-F884-7B59-86E3-7CEA898E5E68}"/>
              </a:ext>
            </a:extLst>
          </p:cNvPr>
          <p:cNvPicPr>
            <a:picLocks noChangeAspect="1"/>
          </p:cNvPicPr>
          <p:nvPr/>
        </p:nvPicPr>
        <p:blipFill>
          <a:blip r:embed="rId3"/>
          <a:stretch>
            <a:fillRect/>
          </a:stretch>
        </p:blipFill>
        <p:spPr>
          <a:xfrm>
            <a:off x="11905954" y="115443"/>
            <a:ext cx="286046" cy="2326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6925935" cy="430887"/>
          </a:xfrm>
          <a:prstGeom prst="rect">
            <a:avLst/>
          </a:prstGeom>
          <a:noFill/>
        </p:spPr>
        <p:txBody>
          <a:bodyPr wrap="none" lIns="0" tIns="0" rIns="0" bIns="0" anchor="t">
            <a:spAutoFit/>
          </a:bodyPr>
          <a:lstStyle/>
          <a:p>
            <a:r>
              <a:rPr lang="en-US" sz="2800" b="1">
                <a:solidFill>
                  <a:srgbClr val="1F8E91"/>
                </a:solidFill>
                <a:latin typeface="Aptos"/>
              </a:rPr>
              <a:t>Evaluation</a:t>
            </a:r>
            <a:r>
              <a:rPr sz="2800" b="1">
                <a:solidFill>
                  <a:srgbClr val="1F8E91"/>
                </a:solidFill>
                <a:latin typeface="Aptos"/>
              </a:rPr>
              <a:t> Approach</a:t>
            </a:r>
            <a:r>
              <a:rPr sz="1800">
                <a:solidFill>
                  <a:srgbClr val="5A666A"/>
                </a:solidFill>
                <a:latin typeface="Aptos"/>
              </a:rPr>
              <a:t>   —   A 5-step disciplined method</a:t>
            </a:r>
          </a:p>
        </p:txBody>
      </p:sp>
      <p:sp>
        <p:nvSpPr>
          <p:cNvPr id="3" name="Rectangle 2"/>
          <p:cNvSpPr/>
          <p:nvPr/>
        </p:nvSpPr>
        <p:spPr>
          <a:xfrm>
            <a:off x="411480" y="914400"/>
            <a:ext cx="822960" cy="45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 y="1078992"/>
            <a:ext cx="11365992" cy="685800"/>
          </a:xfrm>
          <a:prstGeom prst="rect">
            <a:avLst/>
          </a:prstGeom>
          <a:solidFill>
            <a:srgbClr val="E6F3F4"/>
          </a:solidFill>
          <a:ln w="9525">
            <a:solidFill>
              <a:srgbClr val="1F8E91"/>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500">
                <a:solidFill>
                  <a:srgbClr val="222B2E"/>
                </a:solidFill>
                <a:latin typeface="Aptos"/>
              </a:rPr>
              <a:t>A 5-step disciplined approach — </a:t>
            </a:r>
            <a:r>
              <a:rPr sz="1500" b="1">
                <a:solidFill>
                  <a:srgbClr val="146A6C"/>
                </a:solidFill>
                <a:latin typeface="Aptos"/>
              </a:rPr>
              <a:t>granular enough to defend, focused enough to del</a:t>
            </a:r>
            <a:r>
              <a:rPr lang="en-IN" sz="1500" b="1" err="1">
                <a:solidFill>
                  <a:srgbClr val="146A6C"/>
                </a:solidFill>
                <a:latin typeface="Aptos"/>
              </a:rPr>
              <a:t>i</a:t>
            </a:r>
            <a:r>
              <a:rPr sz="1500" b="1" err="1">
                <a:solidFill>
                  <a:srgbClr val="146A6C"/>
                </a:solidFill>
                <a:latin typeface="Aptos"/>
              </a:rPr>
              <a:t>ve</a:t>
            </a:r>
            <a:r>
              <a:rPr lang="en-IN" sz="1500" b="1">
                <a:solidFill>
                  <a:srgbClr val="146A6C"/>
                </a:solidFill>
                <a:latin typeface="Aptos"/>
              </a:rPr>
              <a:t>r a recommendation</a:t>
            </a:r>
            <a:r>
              <a:rPr sz="1500">
                <a:solidFill>
                  <a:srgbClr val="222B2E"/>
                </a:solidFill>
                <a:latin typeface="Aptos"/>
              </a:rPr>
              <a:t>.</a:t>
            </a:r>
          </a:p>
        </p:txBody>
      </p:sp>
      <p:sp>
        <p:nvSpPr>
          <p:cNvPr id="5" name="Pentagon 4"/>
          <p:cNvSpPr/>
          <p:nvPr/>
        </p:nvSpPr>
        <p:spPr>
          <a:xfrm>
            <a:off x="411480" y="2148840"/>
            <a:ext cx="2273747" cy="1920240"/>
          </a:xfrm>
          <a:prstGeom prst="homePlate">
            <a:avLst/>
          </a:prstGeom>
          <a:solidFill>
            <a:srgbClr val="1F8E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2331720"/>
            <a:ext cx="822960" cy="457200"/>
          </a:xfrm>
          <a:prstGeom prst="rect">
            <a:avLst/>
          </a:prstGeom>
          <a:noFill/>
        </p:spPr>
        <p:txBody>
          <a:bodyPr wrap="none" lIns="0" tIns="0" rIns="0" bIns="0">
            <a:spAutoFit/>
          </a:bodyPr>
          <a:lstStyle/>
          <a:p>
            <a:r>
              <a:rPr sz="2200" b="1">
                <a:solidFill>
                  <a:srgbClr val="CCE6E8"/>
                </a:solidFill>
                <a:latin typeface="Aptos"/>
              </a:rPr>
              <a:t>01</a:t>
            </a:r>
          </a:p>
        </p:txBody>
      </p:sp>
      <p:sp>
        <p:nvSpPr>
          <p:cNvPr id="7" name="TextBox 6"/>
          <p:cNvSpPr txBox="1"/>
          <p:nvPr/>
        </p:nvSpPr>
        <p:spPr>
          <a:xfrm>
            <a:off x="594360" y="2926080"/>
            <a:ext cx="1408497" cy="914400"/>
          </a:xfrm>
          <a:prstGeom prst="rect">
            <a:avLst/>
          </a:prstGeom>
          <a:noFill/>
        </p:spPr>
        <p:txBody>
          <a:bodyPr wrap="square" lIns="0" tIns="0" rIns="0" bIns="0" anchor="t">
            <a:spAutoFit/>
          </a:bodyPr>
          <a:lstStyle/>
          <a:p>
            <a:pPr algn="l"/>
            <a:r>
              <a:rPr sz="1300" b="1">
                <a:solidFill>
                  <a:srgbClr val="FFFFFF"/>
                </a:solidFill>
                <a:latin typeface="Aptos"/>
              </a:rPr>
              <a:t>Category Decomposition</a:t>
            </a:r>
          </a:p>
        </p:txBody>
      </p:sp>
      <p:sp>
        <p:nvSpPr>
          <p:cNvPr id="8" name="TextBox 7"/>
          <p:cNvSpPr txBox="1"/>
          <p:nvPr/>
        </p:nvSpPr>
        <p:spPr>
          <a:xfrm>
            <a:off x="502920" y="4206240"/>
            <a:ext cx="2090867" cy="1005840"/>
          </a:xfrm>
          <a:prstGeom prst="rect">
            <a:avLst/>
          </a:prstGeom>
          <a:noFill/>
        </p:spPr>
        <p:txBody>
          <a:bodyPr wrap="square" lIns="0" tIns="0" rIns="0" bIns="0" anchor="t">
            <a:spAutoFit/>
          </a:bodyPr>
          <a:lstStyle/>
          <a:p>
            <a:r>
              <a:rPr sz="1050">
                <a:solidFill>
                  <a:srgbClr val="222B2E"/>
                </a:solidFill>
                <a:latin typeface="Aptos"/>
              </a:rPr>
              <a:t>20 categories → ~200 granular sub-items (10 per category)</a:t>
            </a:r>
          </a:p>
        </p:txBody>
      </p:sp>
      <p:sp>
        <p:nvSpPr>
          <p:cNvPr id="9" name="Rounded Rectangle 8"/>
          <p:cNvSpPr/>
          <p:nvPr/>
        </p:nvSpPr>
        <p:spPr>
          <a:xfrm>
            <a:off x="502920" y="5303520"/>
            <a:ext cx="2090867" cy="292608"/>
          </a:xfrm>
          <a:prstGeom prst="round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l"/>
            <a:r>
              <a:rPr sz="850" i="1">
                <a:solidFill>
                  <a:srgbClr val="146A6C"/>
                </a:solidFill>
                <a:latin typeface="Aptos"/>
              </a:rPr>
              <a:t>Discovery.xlsx · Evaluation Matrix</a:t>
            </a:r>
          </a:p>
        </p:txBody>
      </p:sp>
      <p:sp>
        <p:nvSpPr>
          <p:cNvPr id="10" name="Pentagon 9"/>
          <p:cNvSpPr/>
          <p:nvPr/>
        </p:nvSpPr>
        <p:spPr>
          <a:xfrm>
            <a:off x="2685227" y="2148840"/>
            <a:ext cx="2273747" cy="1920240"/>
          </a:xfrm>
          <a:prstGeom prst="homePlate">
            <a:avLst/>
          </a:prstGeom>
          <a:solidFill>
            <a:srgbClr val="1F8E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68107" y="2331720"/>
            <a:ext cx="822960" cy="457200"/>
          </a:xfrm>
          <a:prstGeom prst="rect">
            <a:avLst/>
          </a:prstGeom>
          <a:noFill/>
        </p:spPr>
        <p:txBody>
          <a:bodyPr wrap="none" lIns="0" tIns="0" rIns="0" bIns="0">
            <a:spAutoFit/>
          </a:bodyPr>
          <a:lstStyle/>
          <a:p>
            <a:r>
              <a:rPr sz="2200" b="1">
                <a:solidFill>
                  <a:srgbClr val="CCE6E8"/>
                </a:solidFill>
                <a:latin typeface="Aptos"/>
              </a:rPr>
              <a:t>02</a:t>
            </a:r>
          </a:p>
        </p:txBody>
      </p:sp>
      <p:sp>
        <p:nvSpPr>
          <p:cNvPr id="12" name="TextBox 11"/>
          <p:cNvSpPr txBox="1"/>
          <p:nvPr/>
        </p:nvSpPr>
        <p:spPr>
          <a:xfrm>
            <a:off x="2868107" y="2926080"/>
            <a:ext cx="1408497" cy="914400"/>
          </a:xfrm>
          <a:prstGeom prst="rect">
            <a:avLst/>
          </a:prstGeom>
          <a:noFill/>
        </p:spPr>
        <p:txBody>
          <a:bodyPr wrap="square" lIns="0" tIns="0" rIns="0" bIns="0" anchor="t">
            <a:spAutoFit/>
          </a:bodyPr>
          <a:lstStyle/>
          <a:p>
            <a:pPr algn="l"/>
            <a:r>
              <a:rPr sz="1300" b="1">
                <a:solidFill>
                  <a:srgbClr val="FFFFFF"/>
                </a:solidFill>
                <a:latin typeface="Aptos"/>
              </a:rPr>
              <a:t>Priority Tiering</a:t>
            </a:r>
          </a:p>
        </p:txBody>
      </p:sp>
      <p:sp>
        <p:nvSpPr>
          <p:cNvPr id="13" name="TextBox 12"/>
          <p:cNvSpPr txBox="1"/>
          <p:nvPr/>
        </p:nvSpPr>
        <p:spPr>
          <a:xfrm>
            <a:off x="2776667" y="4206240"/>
            <a:ext cx="2090867" cy="1005840"/>
          </a:xfrm>
          <a:prstGeom prst="rect">
            <a:avLst/>
          </a:prstGeom>
          <a:noFill/>
        </p:spPr>
        <p:txBody>
          <a:bodyPr wrap="square" lIns="0" tIns="0" rIns="0" bIns="0" anchor="t">
            <a:spAutoFit/>
          </a:bodyPr>
          <a:lstStyle/>
          <a:p>
            <a:r>
              <a:rPr sz="1050">
                <a:solidFill>
                  <a:srgbClr val="222B2E"/>
                </a:solidFill>
                <a:latin typeface="Aptos"/>
              </a:rPr>
              <a:t>Each item rated High / Medium / Low / Not-needed → rolls up to L1 · L2 · L3</a:t>
            </a:r>
          </a:p>
        </p:txBody>
      </p:sp>
      <p:sp>
        <p:nvSpPr>
          <p:cNvPr id="14" name="Rounded Rectangle 13"/>
          <p:cNvSpPr/>
          <p:nvPr/>
        </p:nvSpPr>
        <p:spPr>
          <a:xfrm>
            <a:off x="2776667" y="5303520"/>
            <a:ext cx="2090867" cy="292608"/>
          </a:xfrm>
          <a:prstGeom prst="round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l"/>
            <a:r>
              <a:rPr sz="850" i="1">
                <a:solidFill>
                  <a:srgbClr val="146A6C"/>
                </a:solidFill>
                <a:latin typeface="Aptos"/>
              </a:rPr>
              <a:t>Discovery.xlsx · Priority Summary</a:t>
            </a:r>
          </a:p>
        </p:txBody>
      </p:sp>
      <p:sp>
        <p:nvSpPr>
          <p:cNvPr id="15" name="Pentagon 14"/>
          <p:cNvSpPr/>
          <p:nvPr/>
        </p:nvSpPr>
        <p:spPr>
          <a:xfrm>
            <a:off x="4958974" y="2148840"/>
            <a:ext cx="2273747" cy="1920240"/>
          </a:xfrm>
          <a:prstGeom prst="homePlate">
            <a:avLst/>
          </a:prstGeom>
          <a:solidFill>
            <a:srgbClr val="1F8E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41854" y="2331720"/>
            <a:ext cx="822960" cy="457200"/>
          </a:xfrm>
          <a:prstGeom prst="rect">
            <a:avLst/>
          </a:prstGeom>
          <a:noFill/>
        </p:spPr>
        <p:txBody>
          <a:bodyPr wrap="none" lIns="0" tIns="0" rIns="0" bIns="0">
            <a:spAutoFit/>
          </a:bodyPr>
          <a:lstStyle/>
          <a:p>
            <a:r>
              <a:rPr sz="2200" b="1">
                <a:solidFill>
                  <a:srgbClr val="CCE6E8"/>
                </a:solidFill>
                <a:latin typeface="Aptos"/>
              </a:rPr>
              <a:t>03</a:t>
            </a:r>
          </a:p>
        </p:txBody>
      </p:sp>
      <p:sp>
        <p:nvSpPr>
          <p:cNvPr id="17" name="TextBox 16"/>
          <p:cNvSpPr txBox="1"/>
          <p:nvPr/>
        </p:nvSpPr>
        <p:spPr>
          <a:xfrm>
            <a:off x="5141854" y="2926080"/>
            <a:ext cx="1408497" cy="914400"/>
          </a:xfrm>
          <a:prstGeom prst="rect">
            <a:avLst/>
          </a:prstGeom>
          <a:noFill/>
        </p:spPr>
        <p:txBody>
          <a:bodyPr wrap="square" lIns="0" tIns="0" rIns="0" bIns="0" anchor="t">
            <a:spAutoFit/>
          </a:bodyPr>
          <a:lstStyle/>
          <a:p>
            <a:pPr algn="l"/>
            <a:r>
              <a:rPr sz="1300" b="1">
                <a:solidFill>
                  <a:srgbClr val="FFFFFF"/>
                </a:solidFill>
                <a:latin typeface="Aptos"/>
              </a:rPr>
              <a:t>Discovery Reasoning</a:t>
            </a:r>
          </a:p>
        </p:txBody>
      </p:sp>
      <p:sp>
        <p:nvSpPr>
          <p:cNvPr id="18" name="TextBox 17"/>
          <p:cNvSpPr txBox="1"/>
          <p:nvPr/>
        </p:nvSpPr>
        <p:spPr>
          <a:xfrm>
            <a:off x="5050414" y="4206240"/>
            <a:ext cx="2090867" cy="484748"/>
          </a:xfrm>
          <a:prstGeom prst="rect">
            <a:avLst/>
          </a:prstGeom>
          <a:noFill/>
        </p:spPr>
        <p:txBody>
          <a:bodyPr wrap="square" lIns="0" tIns="0" rIns="0" bIns="0" anchor="t">
            <a:spAutoFit/>
          </a:bodyPr>
          <a:lstStyle/>
          <a:p>
            <a:r>
              <a:rPr sz="1050">
                <a:solidFill>
                  <a:srgbClr val="222B2E"/>
                </a:solidFill>
                <a:latin typeface="Aptos"/>
              </a:rPr>
              <a:t>For each item, articulate</a:t>
            </a:r>
            <a:r>
              <a:rPr lang="en-IN" sz="1050">
                <a:solidFill>
                  <a:srgbClr val="222B2E"/>
                </a:solidFill>
                <a:latin typeface="Aptos"/>
              </a:rPr>
              <a:t>d</a:t>
            </a:r>
            <a:r>
              <a:rPr sz="1050">
                <a:solidFill>
                  <a:srgbClr val="222B2E"/>
                </a:solidFill>
                <a:latin typeface="Aptos"/>
              </a:rPr>
              <a:t> the </a:t>
            </a:r>
            <a:r>
              <a:rPr sz="1050" err="1">
                <a:solidFill>
                  <a:srgbClr val="222B2E"/>
                </a:solidFill>
                <a:latin typeface="Aptos"/>
              </a:rPr>
              <a:t>AtScale</a:t>
            </a:r>
            <a:r>
              <a:rPr sz="1050">
                <a:solidFill>
                  <a:srgbClr val="222B2E"/>
                </a:solidFill>
                <a:latin typeface="Aptos"/>
              </a:rPr>
              <a:t> → Tableau / Power BI use-case rationale</a:t>
            </a:r>
          </a:p>
        </p:txBody>
      </p:sp>
      <p:sp>
        <p:nvSpPr>
          <p:cNvPr id="19" name="Rounded Rectangle 18"/>
          <p:cNvSpPr/>
          <p:nvPr/>
        </p:nvSpPr>
        <p:spPr>
          <a:xfrm>
            <a:off x="5050414" y="5303520"/>
            <a:ext cx="2090867" cy="292608"/>
          </a:xfrm>
          <a:prstGeom prst="round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l"/>
            <a:r>
              <a:rPr sz="850" i="1">
                <a:solidFill>
                  <a:srgbClr val="146A6C"/>
                </a:solidFill>
                <a:latin typeface="Aptos"/>
              </a:rPr>
              <a:t>Reasoning column · per row</a:t>
            </a:r>
          </a:p>
        </p:txBody>
      </p:sp>
      <p:sp>
        <p:nvSpPr>
          <p:cNvPr id="20" name="Pentagon 19"/>
          <p:cNvSpPr/>
          <p:nvPr/>
        </p:nvSpPr>
        <p:spPr>
          <a:xfrm>
            <a:off x="7232721" y="2148840"/>
            <a:ext cx="2273747" cy="1920240"/>
          </a:xfrm>
          <a:prstGeom prst="homePlate">
            <a:avLst/>
          </a:prstGeom>
          <a:solidFill>
            <a:srgbClr val="1F8E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5601" y="2331720"/>
            <a:ext cx="822960" cy="457200"/>
          </a:xfrm>
          <a:prstGeom prst="rect">
            <a:avLst/>
          </a:prstGeom>
          <a:noFill/>
        </p:spPr>
        <p:txBody>
          <a:bodyPr wrap="none" lIns="0" tIns="0" rIns="0" bIns="0">
            <a:spAutoFit/>
          </a:bodyPr>
          <a:lstStyle/>
          <a:p>
            <a:r>
              <a:rPr sz="2200" b="1">
                <a:solidFill>
                  <a:srgbClr val="CCE6E8"/>
                </a:solidFill>
                <a:latin typeface="Aptos"/>
              </a:rPr>
              <a:t>04</a:t>
            </a:r>
          </a:p>
        </p:txBody>
      </p:sp>
      <p:sp>
        <p:nvSpPr>
          <p:cNvPr id="22" name="TextBox 21"/>
          <p:cNvSpPr txBox="1"/>
          <p:nvPr/>
        </p:nvSpPr>
        <p:spPr>
          <a:xfrm>
            <a:off x="7415601" y="2926080"/>
            <a:ext cx="1408497" cy="914400"/>
          </a:xfrm>
          <a:prstGeom prst="rect">
            <a:avLst/>
          </a:prstGeom>
          <a:noFill/>
        </p:spPr>
        <p:txBody>
          <a:bodyPr wrap="square" lIns="0" tIns="0" rIns="0" bIns="0" anchor="t">
            <a:spAutoFit/>
          </a:bodyPr>
          <a:lstStyle/>
          <a:p>
            <a:pPr algn="l"/>
            <a:r>
              <a:rPr sz="1300" b="1">
                <a:solidFill>
                  <a:srgbClr val="FFFFFF"/>
                </a:solidFill>
                <a:latin typeface="Aptos"/>
              </a:rPr>
              <a:t>Capability Validation</a:t>
            </a:r>
          </a:p>
        </p:txBody>
      </p:sp>
      <p:sp>
        <p:nvSpPr>
          <p:cNvPr id="23" name="TextBox 22"/>
          <p:cNvSpPr txBox="1"/>
          <p:nvPr/>
        </p:nvSpPr>
        <p:spPr>
          <a:xfrm>
            <a:off x="7324161" y="4206240"/>
            <a:ext cx="2090867" cy="1005840"/>
          </a:xfrm>
          <a:prstGeom prst="rect">
            <a:avLst/>
          </a:prstGeom>
          <a:noFill/>
        </p:spPr>
        <p:txBody>
          <a:bodyPr wrap="square" lIns="0" tIns="0" rIns="0" bIns="0" anchor="t">
            <a:spAutoFit/>
          </a:bodyPr>
          <a:lstStyle/>
          <a:p>
            <a:r>
              <a:rPr sz="1050">
                <a:solidFill>
                  <a:srgbClr val="222B2E"/>
                </a:solidFill>
                <a:latin typeface="Aptos"/>
              </a:rPr>
              <a:t>Evidence-gather via POCs · Official vendor docs · Targeted GTF clarifications, with confidence flagging on low-confidence findings</a:t>
            </a:r>
          </a:p>
        </p:txBody>
      </p:sp>
      <p:sp>
        <p:nvSpPr>
          <p:cNvPr id="24" name="Rounded Rectangle 23"/>
          <p:cNvSpPr/>
          <p:nvPr/>
        </p:nvSpPr>
        <p:spPr>
          <a:xfrm>
            <a:off x="7324161" y="5303520"/>
            <a:ext cx="2090867" cy="292608"/>
          </a:xfrm>
          <a:prstGeom prst="round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l"/>
            <a:r>
              <a:rPr sz="850" i="1">
                <a:solidFill>
                  <a:srgbClr val="146A6C"/>
                </a:solidFill>
                <a:latin typeface="Aptos"/>
              </a:rPr>
              <a:t>Build guides + Findings docs</a:t>
            </a:r>
          </a:p>
        </p:txBody>
      </p:sp>
      <p:sp>
        <p:nvSpPr>
          <p:cNvPr id="25" name="Pentagon 24"/>
          <p:cNvSpPr/>
          <p:nvPr/>
        </p:nvSpPr>
        <p:spPr>
          <a:xfrm>
            <a:off x="9506468" y="2148840"/>
            <a:ext cx="2273747" cy="1920240"/>
          </a:xfrm>
          <a:prstGeom prst="homePlate">
            <a:avLst/>
          </a:prstGeom>
          <a:solidFill>
            <a:srgbClr val="1F8E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89348" y="2331720"/>
            <a:ext cx="822960" cy="457200"/>
          </a:xfrm>
          <a:prstGeom prst="rect">
            <a:avLst/>
          </a:prstGeom>
          <a:noFill/>
        </p:spPr>
        <p:txBody>
          <a:bodyPr wrap="none" lIns="0" tIns="0" rIns="0" bIns="0">
            <a:spAutoFit/>
          </a:bodyPr>
          <a:lstStyle/>
          <a:p>
            <a:r>
              <a:rPr sz="2200" b="1">
                <a:solidFill>
                  <a:srgbClr val="CCE6E8"/>
                </a:solidFill>
                <a:latin typeface="Aptos"/>
              </a:rPr>
              <a:t>05</a:t>
            </a:r>
          </a:p>
        </p:txBody>
      </p:sp>
      <p:sp>
        <p:nvSpPr>
          <p:cNvPr id="27" name="TextBox 26"/>
          <p:cNvSpPr txBox="1"/>
          <p:nvPr/>
        </p:nvSpPr>
        <p:spPr>
          <a:xfrm>
            <a:off x="9689348" y="2926080"/>
            <a:ext cx="1408497" cy="914400"/>
          </a:xfrm>
          <a:prstGeom prst="rect">
            <a:avLst/>
          </a:prstGeom>
          <a:noFill/>
        </p:spPr>
        <p:txBody>
          <a:bodyPr wrap="square" lIns="0" tIns="0" rIns="0" bIns="0" anchor="t">
            <a:spAutoFit/>
          </a:bodyPr>
          <a:lstStyle/>
          <a:p>
            <a:pPr algn="l"/>
            <a:r>
              <a:rPr sz="1300" b="1">
                <a:solidFill>
                  <a:srgbClr val="FFFFFF"/>
                </a:solidFill>
                <a:latin typeface="Aptos"/>
              </a:rPr>
              <a:t>Weighted Decision Matrix</a:t>
            </a:r>
          </a:p>
        </p:txBody>
      </p:sp>
      <p:sp>
        <p:nvSpPr>
          <p:cNvPr id="28" name="TextBox 27"/>
          <p:cNvSpPr txBox="1"/>
          <p:nvPr/>
        </p:nvSpPr>
        <p:spPr>
          <a:xfrm>
            <a:off x="9597908" y="4206240"/>
            <a:ext cx="2090867" cy="161583"/>
          </a:xfrm>
          <a:prstGeom prst="rect">
            <a:avLst/>
          </a:prstGeom>
          <a:noFill/>
        </p:spPr>
        <p:txBody>
          <a:bodyPr wrap="square" lIns="0" tIns="0" rIns="0" bIns="0" anchor="t">
            <a:spAutoFit/>
          </a:bodyPr>
          <a:lstStyle/>
          <a:p>
            <a:r>
              <a:rPr lang="en-IN" sz="1050" dirty="0">
                <a:solidFill>
                  <a:srgbClr val="222B2E"/>
                </a:solidFill>
                <a:latin typeface="Aptos"/>
              </a:rPr>
              <a:t>R</a:t>
            </a:r>
            <a:r>
              <a:rPr sz="1050" dirty="0" err="1">
                <a:solidFill>
                  <a:srgbClr val="222B2E"/>
                </a:solidFill>
                <a:latin typeface="Aptos"/>
              </a:rPr>
              <a:t>ecommend</a:t>
            </a:r>
            <a:r>
              <a:rPr sz="1050" dirty="0">
                <a:solidFill>
                  <a:srgbClr val="222B2E"/>
                </a:solidFill>
                <a:latin typeface="Aptos"/>
              </a:rPr>
              <a:t> the right tool for GTF</a:t>
            </a:r>
          </a:p>
        </p:txBody>
      </p:sp>
      <p:sp>
        <p:nvSpPr>
          <p:cNvPr id="29" name="Rounded Rectangle 28"/>
          <p:cNvSpPr/>
          <p:nvPr/>
        </p:nvSpPr>
        <p:spPr>
          <a:xfrm>
            <a:off x="9597908" y="5303520"/>
            <a:ext cx="2090867" cy="292608"/>
          </a:xfrm>
          <a:prstGeom prst="roundRect">
            <a:avLst/>
          </a:prstGeom>
          <a:solidFill>
            <a:srgbClr val="F4F6F7"/>
          </a:solidFill>
          <a:ln w="5080">
            <a:solidFill>
              <a:srgbClr val="E3E7E9"/>
            </a:solidFill>
          </a:ln>
        </p:spPr>
        <p:style>
          <a:lnRef idx="1">
            <a:schemeClr val="accent1"/>
          </a:lnRef>
          <a:fillRef idx="3">
            <a:schemeClr val="accent1"/>
          </a:fillRef>
          <a:effectRef idx="2">
            <a:schemeClr val="accent1"/>
          </a:effectRef>
          <a:fontRef idx="minor">
            <a:schemeClr val="lt1"/>
          </a:fontRef>
        </p:style>
        <p:txBody>
          <a:bodyPr wrap="square" tIns="0" bIns="0" rtlCol="0" anchor="ctr"/>
          <a:lstStyle/>
          <a:p>
            <a:pPr algn="l"/>
            <a:r>
              <a:rPr sz="850" i="1">
                <a:solidFill>
                  <a:srgbClr val="146A6C"/>
                </a:solidFill>
                <a:latin typeface="Aptos"/>
              </a:rPr>
              <a:t>Upcoming · final readout</a:t>
            </a:r>
          </a:p>
        </p:txBody>
      </p:sp>
      <p:sp>
        <p:nvSpPr>
          <p:cNvPr id="30" name="Rectangle 29"/>
          <p:cNvSpPr/>
          <p:nvPr/>
        </p:nvSpPr>
        <p:spPr>
          <a:xfrm>
            <a:off x="411480" y="5989320"/>
            <a:ext cx="11365992" cy="685800"/>
          </a:xfrm>
          <a:prstGeom prst="rect">
            <a:avLst/>
          </a:prstGeom>
          <a:solidFill>
            <a:srgbClr val="146A6C"/>
          </a:solidFill>
          <a:ln>
            <a:noFill/>
          </a:ln>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r>
              <a:rPr sz="1200" b="1">
                <a:solidFill>
                  <a:srgbClr val="FFFFFF"/>
                </a:solidFill>
                <a:latin typeface="Aptos"/>
              </a:rPr>
              <a:t>Artifacts in flight:  </a:t>
            </a:r>
            <a:r>
              <a:rPr sz="1200" i="1">
                <a:solidFill>
                  <a:srgbClr val="FFFFFF"/>
                </a:solidFill>
                <a:latin typeface="Aptos"/>
              </a:rPr>
              <a:t>Discovery.xlsx (200-item matrix)  ·  Tableau build  ·  Power BI build  ·  Findings docs (Tableau &amp; Power BI, all 9 client areas)</a:t>
            </a:r>
          </a:p>
        </p:txBody>
      </p:sp>
      <p:sp>
        <p:nvSpPr>
          <p:cNvPr id="31" name="TextBox 30"/>
          <p:cNvSpPr txBox="1"/>
          <p:nvPr/>
        </p:nvSpPr>
        <p:spPr>
          <a:xfrm>
            <a:off x="11750040" y="6446520"/>
            <a:ext cx="365760" cy="274320"/>
          </a:xfrm>
          <a:prstGeom prst="rect">
            <a:avLst/>
          </a:prstGeom>
          <a:noFill/>
        </p:spPr>
        <p:txBody>
          <a:bodyPr wrap="none" lIns="0" tIns="0" rIns="0" bIns="0">
            <a:spAutoFit/>
          </a:bodyPr>
          <a:lstStyle/>
          <a:p>
            <a:pPr algn="r"/>
            <a:r>
              <a:rPr sz="1100">
                <a:solidFill>
                  <a:srgbClr val="5A666A"/>
                </a:solidFill>
                <a:latin typeface="Aptos"/>
              </a:rPr>
              <a:t>5</a:t>
            </a:r>
          </a:p>
        </p:txBody>
      </p:sp>
      <p:pic>
        <p:nvPicPr>
          <p:cNvPr id="33" name="Picture 32" descr="A red text on a white background  AI-generated content may be incorrect.">
            <a:extLst>
              <a:ext uri="{FF2B5EF4-FFF2-40B4-BE49-F238E27FC236}">
                <a16:creationId xmlns:a16="http://schemas.microsoft.com/office/drawing/2014/main" id="{2A68574B-DFA7-BB16-BD6E-E6F3AFC59BFA}"/>
              </a:ext>
            </a:extLst>
          </p:cNvPr>
          <p:cNvPicPr>
            <a:picLocks noChangeAspect="1"/>
          </p:cNvPicPr>
          <p:nvPr/>
        </p:nvPicPr>
        <p:blipFill>
          <a:blip r:embed="rId3"/>
          <a:stretch>
            <a:fillRect/>
          </a:stretch>
        </p:blipFill>
        <p:spPr>
          <a:xfrm>
            <a:off x="11905954" y="133350"/>
            <a:ext cx="286046" cy="2326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92608"/>
            <a:ext cx="11430000" cy="502920"/>
          </a:xfrm>
          <a:prstGeom prst="rect">
            <a:avLst/>
          </a:prstGeom>
          <a:noFill/>
        </p:spPr>
        <p:txBody>
          <a:bodyPr wrap="none" lIns="0" tIns="0" rIns="0" bIns="0">
            <a:spAutoFit/>
          </a:bodyPr>
          <a:lstStyle/>
          <a:p>
            <a:r>
              <a:rPr sz="2800" b="1">
                <a:solidFill>
                  <a:srgbClr val="1F8E91"/>
                </a:solidFill>
                <a:latin typeface="Aptos"/>
              </a:rPr>
              <a:t>Current Status &amp; Next Steps</a:t>
            </a:r>
            <a:r>
              <a:rPr sz="1800">
                <a:solidFill>
                  <a:srgbClr val="5A666A"/>
                </a:solidFill>
                <a:latin typeface="Aptos"/>
              </a:rPr>
              <a:t>   -   Where we are and what is ahead</a:t>
            </a:r>
          </a:p>
        </p:txBody>
      </p:sp>
      <p:sp>
        <p:nvSpPr>
          <p:cNvPr id="3" name="Rectangle 2"/>
          <p:cNvSpPr/>
          <p:nvPr/>
        </p:nvSpPr>
        <p:spPr>
          <a:xfrm>
            <a:off x="411480" y="886968"/>
            <a:ext cx="822960" cy="45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 y="1033271"/>
            <a:ext cx="11365992" cy="594360"/>
          </a:xfrm>
          <a:prstGeom prst="rect">
            <a:avLst/>
          </a:prstGeom>
          <a:solidFill>
            <a:srgbClr val="E6F3F4"/>
          </a:solidFill>
          <a:ln w="9525">
            <a:solidFill>
              <a:srgbClr val="1F8E91"/>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a:solidFill>
                  <a:srgbClr val="222B2E"/>
                </a:solidFill>
                <a:latin typeface="Aptos"/>
              </a:rPr>
              <a:t>3 of 5 steps complete  ·  </a:t>
            </a:r>
            <a:r>
              <a:rPr sz="1400" b="1">
                <a:solidFill>
                  <a:srgbClr val="E89A3C"/>
                </a:solidFill>
                <a:latin typeface="Aptos"/>
              </a:rPr>
              <a:t>validation in flight</a:t>
            </a:r>
            <a:r>
              <a:rPr sz="1400">
                <a:solidFill>
                  <a:srgbClr val="222B2E"/>
                </a:solidFill>
                <a:latin typeface="Aptos"/>
              </a:rPr>
              <a:t>  ·  weighted matrix + recommendation in </a:t>
            </a:r>
            <a:r>
              <a:rPr sz="1400" b="1">
                <a:solidFill>
                  <a:srgbClr val="146A6C"/>
                </a:solidFill>
                <a:latin typeface="Aptos"/>
              </a:rPr>
              <a:t>~2 weeks</a:t>
            </a:r>
            <a:r>
              <a:rPr sz="1400">
                <a:solidFill>
                  <a:srgbClr val="222B2E"/>
                </a:solidFill>
                <a:latin typeface="Aptos"/>
              </a:rPr>
              <a:t>  ·  Catering dashboards built in </a:t>
            </a:r>
            <a:r>
              <a:rPr sz="1400" b="1">
                <a:solidFill>
                  <a:srgbClr val="146A6C"/>
                </a:solidFill>
                <a:latin typeface="Aptos"/>
              </a:rPr>
              <a:t>both tools</a:t>
            </a:r>
            <a:r>
              <a:rPr sz="1400">
                <a:solidFill>
                  <a:srgbClr val="222B2E"/>
                </a:solidFill>
                <a:latin typeface="Aptos"/>
              </a:rPr>
              <a:t> as POC.</a:t>
            </a:r>
          </a:p>
        </p:txBody>
      </p:sp>
      <p:sp>
        <p:nvSpPr>
          <p:cNvPr id="5" name="TextBox 4"/>
          <p:cNvSpPr txBox="1"/>
          <p:nvPr/>
        </p:nvSpPr>
        <p:spPr>
          <a:xfrm>
            <a:off x="411480" y="1764792"/>
            <a:ext cx="11430000" cy="274320"/>
          </a:xfrm>
          <a:prstGeom prst="rect">
            <a:avLst/>
          </a:prstGeom>
          <a:noFill/>
        </p:spPr>
        <p:txBody>
          <a:bodyPr wrap="none" lIns="0" tIns="0" rIns="0" bIns="0">
            <a:spAutoFit/>
          </a:bodyPr>
          <a:lstStyle/>
          <a:p>
            <a:r>
              <a:rPr sz="1400" b="1">
                <a:solidFill>
                  <a:srgbClr val="146A6C"/>
                </a:solidFill>
                <a:latin typeface="Aptos"/>
              </a:rPr>
              <a:t>Evaluation Track</a:t>
            </a:r>
            <a:r>
              <a:rPr sz="1100" i="1">
                <a:solidFill>
                  <a:srgbClr val="5A666A"/>
                </a:solidFill>
                <a:latin typeface="Aptos"/>
              </a:rPr>
              <a:t>   ·   Progress against the 5-step approach</a:t>
            </a:r>
          </a:p>
        </p:txBody>
      </p:sp>
      <p:sp>
        <p:nvSpPr>
          <p:cNvPr id="6" name="Pentagon 5"/>
          <p:cNvSpPr/>
          <p:nvPr/>
        </p:nvSpPr>
        <p:spPr>
          <a:xfrm>
            <a:off x="411480" y="2084831"/>
            <a:ext cx="2273747" cy="1655064"/>
          </a:xfrm>
          <a:prstGeom prst="homePlate">
            <a:avLst/>
          </a:prstGeom>
          <a:solidFill>
            <a:srgbClr val="1F8E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72" y="2194559"/>
            <a:ext cx="822960" cy="365760"/>
          </a:xfrm>
          <a:prstGeom prst="rect">
            <a:avLst/>
          </a:prstGeom>
          <a:noFill/>
        </p:spPr>
        <p:txBody>
          <a:bodyPr wrap="none" lIns="0" tIns="0" rIns="0" bIns="0">
            <a:spAutoFit/>
          </a:bodyPr>
          <a:lstStyle/>
          <a:p>
            <a:r>
              <a:rPr sz="2000" b="1">
                <a:solidFill>
                  <a:srgbClr val="CCE6E8"/>
                </a:solidFill>
                <a:latin typeface="Aptos"/>
              </a:rPr>
              <a:t>01</a:t>
            </a:r>
          </a:p>
        </p:txBody>
      </p:sp>
      <p:sp>
        <p:nvSpPr>
          <p:cNvPr id="8" name="TextBox 7"/>
          <p:cNvSpPr txBox="1"/>
          <p:nvPr/>
        </p:nvSpPr>
        <p:spPr>
          <a:xfrm>
            <a:off x="576072" y="2633471"/>
            <a:ext cx="1454217" cy="502920"/>
          </a:xfrm>
          <a:prstGeom prst="rect">
            <a:avLst/>
          </a:prstGeom>
          <a:noFill/>
        </p:spPr>
        <p:txBody>
          <a:bodyPr wrap="square" lIns="0" tIns="0" rIns="0" bIns="0">
            <a:spAutoFit/>
          </a:bodyPr>
          <a:lstStyle/>
          <a:p>
            <a:r>
              <a:rPr sz="1200" b="1">
                <a:solidFill>
                  <a:srgbClr val="FFFFFF"/>
                </a:solidFill>
                <a:latin typeface="Aptos"/>
              </a:rPr>
              <a:t>Category Decomposition</a:t>
            </a:r>
          </a:p>
        </p:txBody>
      </p:sp>
      <p:sp>
        <p:nvSpPr>
          <p:cNvPr id="9" name="Rounded Rectangle 8"/>
          <p:cNvSpPr/>
          <p:nvPr/>
        </p:nvSpPr>
        <p:spPr>
          <a:xfrm>
            <a:off x="594359" y="3933927"/>
            <a:ext cx="1907987" cy="292608"/>
          </a:xfrm>
          <a:prstGeom prst="roundRect">
            <a:avLst/>
          </a:prstGeom>
          <a:solidFill>
            <a:srgbClr val="CCE6E8"/>
          </a:solidFill>
          <a:ln w="6350">
            <a:solidFill>
              <a:srgbClr val="1F8E91"/>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00" b="1">
                <a:solidFill>
                  <a:srgbClr val="1F8E91"/>
                </a:solidFill>
                <a:latin typeface="Aptos"/>
              </a:rPr>
              <a:t>DONE</a:t>
            </a:r>
          </a:p>
        </p:txBody>
      </p:sp>
      <p:sp>
        <p:nvSpPr>
          <p:cNvPr id="10" name="Pentagon 9"/>
          <p:cNvSpPr/>
          <p:nvPr/>
        </p:nvSpPr>
        <p:spPr>
          <a:xfrm>
            <a:off x="2685227" y="2084830"/>
            <a:ext cx="2273747" cy="1655063"/>
          </a:xfrm>
          <a:prstGeom prst="homePlate">
            <a:avLst/>
          </a:prstGeom>
          <a:solidFill>
            <a:srgbClr val="1F8E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49819" y="2194559"/>
            <a:ext cx="822960" cy="365760"/>
          </a:xfrm>
          <a:prstGeom prst="rect">
            <a:avLst/>
          </a:prstGeom>
          <a:noFill/>
        </p:spPr>
        <p:txBody>
          <a:bodyPr wrap="none" lIns="0" tIns="0" rIns="0" bIns="0">
            <a:spAutoFit/>
          </a:bodyPr>
          <a:lstStyle/>
          <a:p>
            <a:r>
              <a:rPr sz="2000" b="1">
                <a:solidFill>
                  <a:srgbClr val="CCE6E8"/>
                </a:solidFill>
                <a:latin typeface="Aptos"/>
              </a:rPr>
              <a:t>02</a:t>
            </a:r>
          </a:p>
        </p:txBody>
      </p:sp>
      <p:sp>
        <p:nvSpPr>
          <p:cNvPr id="12" name="TextBox 11"/>
          <p:cNvSpPr txBox="1"/>
          <p:nvPr/>
        </p:nvSpPr>
        <p:spPr>
          <a:xfrm>
            <a:off x="2849819" y="2633471"/>
            <a:ext cx="1454217" cy="502920"/>
          </a:xfrm>
          <a:prstGeom prst="rect">
            <a:avLst/>
          </a:prstGeom>
          <a:noFill/>
        </p:spPr>
        <p:txBody>
          <a:bodyPr wrap="square" lIns="0" tIns="0" rIns="0" bIns="0">
            <a:spAutoFit/>
          </a:bodyPr>
          <a:lstStyle/>
          <a:p>
            <a:r>
              <a:rPr sz="1200" b="1">
                <a:solidFill>
                  <a:srgbClr val="FFFFFF"/>
                </a:solidFill>
                <a:latin typeface="Aptos"/>
              </a:rPr>
              <a:t>Priority Tiering</a:t>
            </a:r>
          </a:p>
        </p:txBody>
      </p:sp>
      <p:sp>
        <p:nvSpPr>
          <p:cNvPr id="13" name="Rounded Rectangle 12"/>
          <p:cNvSpPr/>
          <p:nvPr/>
        </p:nvSpPr>
        <p:spPr>
          <a:xfrm>
            <a:off x="2868106" y="3933926"/>
            <a:ext cx="1907987" cy="292608"/>
          </a:xfrm>
          <a:prstGeom prst="roundRect">
            <a:avLst/>
          </a:prstGeom>
          <a:solidFill>
            <a:srgbClr val="CCE6E8"/>
          </a:solidFill>
          <a:ln w="6350">
            <a:solidFill>
              <a:srgbClr val="1F8E91"/>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00" b="1">
                <a:solidFill>
                  <a:srgbClr val="1F8E91"/>
                </a:solidFill>
                <a:latin typeface="Aptos"/>
              </a:rPr>
              <a:t>DONE</a:t>
            </a:r>
          </a:p>
        </p:txBody>
      </p:sp>
      <p:sp>
        <p:nvSpPr>
          <p:cNvPr id="14" name="Pentagon 13"/>
          <p:cNvSpPr/>
          <p:nvPr/>
        </p:nvSpPr>
        <p:spPr>
          <a:xfrm>
            <a:off x="4958974" y="2084831"/>
            <a:ext cx="2273747" cy="1655062"/>
          </a:xfrm>
          <a:prstGeom prst="homePlate">
            <a:avLst/>
          </a:prstGeom>
          <a:solidFill>
            <a:srgbClr val="1F8E9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23566" y="2194559"/>
            <a:ext cx="822960" cy="365760"/>
          </a:xfrm>
          <a:prstGeom prst="rect">
            <a:avLst/>
          </a:prstGeom>
          <a:noFill/>
        </p:spPr>
        <p:txBody>
          <a:bodyPr wrap="none" lIns="0" tIns="0" rIns="0" bIns="0">
            <a:spAutoFit/>
          </a:bodyPr>
          <a:lstStyle/>
          <a:p>
            <a:r>
              <a:rPr sz="2000" b="1">
                <a:solidFill>
                  <a:srgbClr val="CCE6E8"/>
                </a:solidFill>
                <a:latin typeface="Aptos"/>
              </a:rPr>
              <a:t>03</a:t>
            </a:r>
          </a:p>
        </p:txBody>
      </p:sp>
      <p:sp>
        <p:nvSpPr>
          <p:cNvPr id="16" name="TextBox 15"/>
          <p:cNvSpPr txBox="1"/>
          <p:nvPr/>
        </p:nvSpPr>
        <p:spPr>
          <a:xfrm>
            <a:off x="5123566" y="2633471"/>
            <a:ext cx="1454217" cy="502920"/>
          </a:xfrm>
          <a:prstGeom prst="rect">
            <a:avLst/>
          </a:prstGeom>
          <a:noFill/>
        </p:spPr>
        <p:txBody>
          <a:bodyPr wrap="square" lIns="0" tIns="0" rIns="0" bIns="0">
            <a:spAutoFit/>
          </a:bodyPr>
          <a:lstStyle/>
          <a:p>
            <a:r>
              <a:rPr sz="1200" b="1">
                <a:solidFill>
                  <a:srgbClr val="FFFFFF"/>
                </a:solidFill>
                <a:latin typeface="Aptos"/>
              </a:rPr>
              <a:t>Discovery Reasoning</a:t>
            </a:r>
          </a:p>
        </p:txBody>
      </p:sp>
      <p:sp>
        <p:nvSpPr>
          <p:cNvPr id="17" name="Rounded Rectangle 16"/>
          <p:cNvSpPr/>
          <p:nvPr/>
        </p:nvSpPr>
        <p:spPr>
          <a:xfrm>
            <a:off x="5141853" y="3933926"/>
            <a:ext cx="1907987" cy="292608"/>
          </a:xfrm>
          <a:prstGeom prst="roundRect">
            <a:avLst/>
          </a:prstGeom>
          <a:solidFill>
            <a:srgbClr val="CCE6E8"/>
          </a:solidFill>
          <a:ln w="6350">
            <a:solidFill>
              <a:srgbClr val="1F8E91"/>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00" b="1">
                <a:solidFill>
                  <a:srgbClr val="1F8E91"/>
                </a:solidFill>
                <a:latin typeface="Aptos"/>
              </a:rPr>
              <a:t>DONE</a:t>
            </a:r>
          </a:p>
        </p:txBody>
      </p:sp>
      <p:sp>
        <p:nvSpPr>
          <p:cNvPr id="18" name="Pentagon 17"/>
          <p:cNvSpPr/>
          <p:nvPr/>
        </p:nvSpPr>
        <p:spPr>
          <a:xfrm>
            <a:off x="7232721" y="2084831"/>
            <a:ext cx="2273747" cy="1655062"/>
          </a:xfrm>
          <a:prstGeom prst="homePlate">
            <a:avLst/>
          </a:prstGeom>
          <a:solidFill>
            <a:srgbClr val="E89A3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97313" y="2194559"/>
            <a:ext cx="822960" cy="365760"/>
          </a:xfrm>
          <a:prstGeom prst="rect">
            <a:avLst/>
          </a:prstGeom>
          <a:noFill/>
        </p:spPr>
        <p:txBody>
          <a:bodyPr wrap="none" lIns="0" tIns="0" rIns="0" bIns="0">
            <a:spAutoFit/>
          </a:bodyPr>
          <a:lstStyle/>
          <a:p>
            <a:r>
              <a:rPr sz="2000" b="1">
                <a:solidFill>
                  <a:srgbClr val="FBEFDC"/>
                </a:solidFill>
                <a:latin typeface="Aptos"/>
              </a:rPr>
              <a:t>04</a:t>
            </a:r>
          </a:p>
        </p:txBody>
      </p:sp>
      <p:sp>
        <p:nvSpPr>
          <p:cNvPr id="20" name="TextBox 19"/>
          <p:cNvSpPr txBox="1"/>
          <p:nvPr/>
        </p:nvSpPr>
        <p:spPr>
          <a:xfrm>
            <a:off x="7397313" y="2633471"/>
            <a:ext cx="1454217" cy="502920"/>
          </a:xfrm>
          <a:prstGeom prst="rect">
            <a:avLst/>
          </a:prstGeom>
          <a:noFill/>
        </p:spPr>
        <p:txBody>
          <a:bodyPr wrap="square" lIns="0" tIns="0" rIns="0" bIns="0">
            <a:spAutoFit/>
          </a:bodyPr>
          <a:lstStyle/>
          <a:p>
            <a:r>
              <a:rPr sz="1200" b="1">
                <a:solidFill>
                  <a:srgbClr val="FFFFFF"/>
                </a:solidFill>
                <a:latin typeface="Aptos"/>
              </a:rPr>
              <a:t>Capability Validation</a:t>
            </a:r>
          </a:p>
        </p:txBody>
      </p:sp>
      <p:sp>
        <p:nvSpPr>
          <p:cNvPr id="21" name="Rounded Rectangle 20"/>
          <p:cNvSpPr/>
          <p:nvPr/>
        </p:nvSpPr>
        <p:spPr>
          <a:xfrm>
            <a:off x="7397313" y="3931918"/>
            <a:ext cx="1907987" cy="292608"/>
          </a:xfrm>
          <a:prstGeom prst="roundRect">
            <a:avLst/>
          </a:prstGeom>
          <a:solidFill>
            <a:srgbClr val="FBEFDC"/>
          </a:solidFill>
          <a:ln w="6350">
            <a:solidFill>
              <a:srgbClr val="E89A3C"/>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00" b="1">
                <a:solidFill>
                  <a:srgbClr val="E89A3C"/>
                </a:solidFill>
                <a:latin typeface="Aptos"/>
              </a:rPr>
              <a:t>IN FLIGHT</a:t>
            </a:r>
          </a:p>
        </p:txBody>
      </p:sp>
      <p:sp>
        <p:nvSpPr>
          <p:cNvPr id="22" name="Pentagon 21"/>
          <p:cNvSpPr/>
          <p:nvPr/>
        </p:nvSpPr>
        <p:spPr>
          <a:xfrm>
            <a:off x="9506468" y="2084830"/>
            <a:ext cx="2273747" cy="1655061"/>
          </a:xfrm>
          <a:prstGeom prst="homePlate">
            <a:avLst/>
          </a:prstGeom>
          <a:solidFill>
            <a:srgbClr val="8E979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71060" y="2194559"/>
            <a:ext cx="822960" cy="365760"/>
          </a:xfrm>
          <a:prstGeom prst="rect">
            <a:avLst/>
          </a:prstGeom>
          <a:noFill/>
        </p:spPr>
        <p:txBody>
          <a:bodyPr wrap="none" lIns="0" tIns="0" rIns="0" bIns="0">
            <a:spAutoFit/>
          </a:bodyPr>
          <a:lstStyle/>
          <a:p>
            <a:r>
              <a:rPr sz="2000" b="1">
                <a:solidFill>
                  <a:srgbClr val="E3E7E9"/>
                </a:solidFill>
                <a:latin typeface="Aptos"/>
              </a:rPr>
              <a:t>05</a:t>
            </a:r>
          </a:p>
        </p:txBody>
      </p:sp>
      <p:sp>
        <p:nvSpPr>
          <p:cNvPr id="24" name="TextBox 23"/>
          <p:cNvSpPr txBox="1"/>
          <p:nvPr/>
        </p:nvSpPr>
        <p:spPr>
          <a:xfrm>
            <a:off x="9671060" y="2633471"/>
            <a:ext cx="1454217" cy="502920"/>
          </a:xfrm>
          <a:prstGeom prst="rect">
            <a:avLst/>
          </a:prstGeom>
          <a:noFill/>
        </p:spPr>
        <p:txBody>
          <a:bodyPr wrap="square" lIns="0" tIns="0" rIns="0" bIns="0">
            <a:spAutoFit/>
          </a:bodyPr>
          <a:lstStyle/>
          <a:p>
            <a:r>
              <a:rPr sz="1200" b="1">
                <a:solidFill>
                  <a:srgbClr val="FFFFFF"/>
                </a:solidFill>
                <a:latin typeface="Aptos"/>
              </a:rPr>
              <a:t>Weighted Decision Matrix</a:t>
            </a:r>
          </a:p>
        </p:txBody>
      </p:sp>
      <p:sp>
        <p:nvSpPr>
          <p:cNvPr id="25" name="Rounded Rectangle 24"/>
          <p:cNvSpPr/>
          <p:nvPr/>
        </p:nvSpPr>
        <p:spPr>
          <a:xfrm>
            <a:off x="9689347" y="3931918"/>
            <a:ext cx="1907987" cy="292608"/>
          </a:xfrm>
          <a:prstGeom prst="roundRect">
            <a:avLst/>
          </a:prstGeom>
          <a:solidFill>
            <a:srgbClr val="E3E7E9"/>
          </a:solidFill>
          <a:ln w="6350">
            <a:solidFill>
              <a:srgbClr val="8E979B"/>
            </a:solid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900" b="1">
                <a:solidFill>
                  <a:srgbClr val="8E979B"/>
                </a:solidFill>
                <a:latin typeface="Aptos"/>
              </a:rPr>
              <a:t>UPCOMING</a:t>
            </a:r>
          </a:p>
        </p:txBody>
      </p:sp>
      <p:sp>
        <p:nvSpPr>
          <p:cNvPr id="26" name="TextBox 25"/>
          <p:cNvSpPr txBox="1"/>
          <p:nvPr/>
        </p:nvSpPr>
        <p:spPr>
          <a:xfrm>
            <a:off x="411480" y="4510777"/>
            <a:ext cx="11225637" cy="215444"/>
          </a:xfrm>
          <a:prstGeom prst="rect">
            <a:avLst/>
          </a:prstGeom>
          <a:noFill/>
        </p:spPr>
        <p:txBody>
          <a:bodyPr wrap="none" lIns="0" tIns="0" rIns="0" bIns="0">
            <a:spAutoFit/>
          </a:bodyPr>
          <a:lstStyle/>
          <a:p>
            <a:r>
              <a:rPr sz="1400" b="1">
                <a:solidFill>
                  <a:srgbClr val="146A6C"/>
                </a:solidFill>
                <a:latin typeface="Aptos"/>
              </a:rPr>
              <a:t>Parallel Workstream</a:t>
            </a:r>
            <a:r>
              <a:rPr sz="1100" i="1">
                <a:solidFill>
                  <a:srgbClr val="5A666A"/>
                </a:solidFill>
                <a:latin typeface="Aptos"/>
              </a:rPr>
              <a:t>   ·   Catering Analytics POC  —  same report</a:t>
            </a:r>
            <a:r>
              <a:rPr lang="en-IN" sz="1100" i="1">
                <a:solidFill>
                  <a:srgbClr val="5A666A"/>
                </a:solidFill>
                <a:latin typeface="Aptos"/>
              </a:rPr>
              <a:t>s but with better insights will be</a:t>
            </a:r>
            <a:r>
              <a:rPr sz="1100" i="1">
                <a:solidFill>
                  <a:srgbClr val="5A666A"/>
                </a:solidFill>
                <a:latin typeface="Aptos"/>
              </a:rPr>
              <a:t> built in both Power BI and Tableau, as visual proof point and side-by-side parity test</a:t>
            </a:r>
          </a:p>
        </p:txBody>
      </p:sp>
      <p:sp>
        <p:nvSpPr>
          <p:cNvPr id="42" name="Rounded Rectangle 41"/>
          <p:cNvSpPr/>
          <p:nvPr/>
        </p:nvSpPr>
        <p:spPr>
          <a:xfrm>
            <a:off x="411480" y="5014926"/>
            <a:ext cx="2194560" cy="566926"/>
          </a:xfrm>
          <a:prstGeom prst="round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900" b="1">
                <a:solidFill>
                  <a:srgbClr val="CCE6E8"/>
                </a:solidFill>
                <a:latin typeface="Aptos"/>
              </a:rPr>
              <a:t>BUILT  </a:t>
            </a:r>
            <a:r>
              <a:rPr sz="1000" b="1">
                <a:solidFill>
                  <a:srgbClr val="FFFFFF"/>
                </a:solidFill>
                <a:latin typeface="Aptos"/>
              </a:rPr>
              <a:t>Power BI  ·  Catering Analytics build guide</a:t>
            </a:r>
          </a:p>
        </p:txBody>
      </p:sp>
      <p:sp>
        <p:nvSpPr>
          <p:cNvPr id="43" name="Rounded Rectangle 42"/>
          <p:cNvSpPr/>
          <p:nvPr/>
        </p:nvSpPr>
        <p:spPr>
          <a:xfrm>
            <a:off x="2751062" y="5014925"/>
            <a:ext cx="2142073" cy="566926"/>
          </a:xfrm>
          <a:prstGeom prst="round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900" b="1">
                <a:solidFill>
                  <a:srgbClr val="CCE6E8"/>
                </a:solidFill>
                <a:latin typeface="Aptos"/>
              </a:rPr>
              <a:t>BUILT  </a:t>
            </a:r>
            <a:r>
              <a:rPr sz="1000" b="1">
                <a:solidFill>
                  <a:srgbClr val="FFFFFF"/>
                </a:solidFill>
                <a:latin typeface="Aptos"/>
              </a:rPr>
              <a:t>Tableau  ·  Catering Analytics build guide</a:t>
            </a:r>
          </a:p>
        </p:txBody>
      </p:sp>
      <p:sp>
        <p:nvSpPr>
          <p:cNvPr id="44" name="Rounded Rectangle 43"/>
          <p:cNvSpPr/>
          <p:nvPr/>
        </p:nvSpPr>
        <p:spPr>
          <a:xfrm>
            <a:off x="5023262" y="5014481"/>
            <a:ext cx="6754210" cy="565362"/>
          </a:xfrm>
          <a:prstGeom prst="roundRect">
            <a:avLst/>
          </a:prstGeom>
          <a:solidFill>
            <a:srgbClr val="F4F6F7"/>
          </a:solidFill>
          <a:ln w="6350">
            <a:solidFill>
              <a:srgbClr val="E3E7E9"/>
            </a:solidFill>
          </a:ln>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900" b="1">
                <a:solidFill>
                  <a:srgbClr val="5A666A"/>
                </a:solidFill>
                <a:latin typeface="Aptos"/>
              </a:rPr>
              <a:t>PURPOSE   </a:t>
            </a:r>
            <a:r>
              <a:rPr sz="1000">
                <a:solidFill>
                  <a:srgbClr val="222B2E"/>
                </a:solidFill>
                <a:latin typeface="Aptos"/>
              </a:rPr>
              <a:t>Visual showcase for the client  ·  side-by-side POC  ·  parity validation between tools</a:t>
            </a:r>
          </a:p>
        </p:txBody>
      </p:sp>
      <p:sp>
        <p:nvSpPr>
          <p:cNvPr id="45" name="Rectangle 44"/>
          <p:cNvSpPr/>
          <p:nvPr/>
        </p:nvSpPr>
        <p:spPr>
          <a:xfrm>
            <a:off x="411480" y="5824729"/>
            <a:ext cx="11365992" cy="685800"/>
          </a:xfrm>
          <a:prstGeom prst="rect">
            <a:avLst/>
          </a:prstGeom>
          <a:solidFill>
            <a:srgbClr val="146A6C"/>
          </a:solidFill>
          <a:ln>
            <a:noFill/>
          </a:ln>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r>
              <a:rPr sz="1200" b="1">
                <a:solidFill>
                  <a:srgbClr val="FFFFFF"/>
                </a:solidFill>
                <a:latin typeface="Aptos"/>
              </a:rPr>
              <a:t>Target completion:  </a:t>
            </a:r>
            <a:r>
              <a:rPr sz="1200">
                <a:solidFill>
                  <a:srgbClr val="FFFFFF"/>
                </a:solidFill>
                <a:latin typeface="Aptos"/>
              </a:rPr>
              <a:t>Capability validation reviewed  -&gt;  Weighted decision matrix  -&gt;  Final recommendation  ·  </a:t>
            </a:r>
            <a:r>
              <a:rPr sz="1200" b="1" i="1">
                <a:solidFill>
                  <a:srgbClr val="CCE6E8"/>
                </a:solidFill>
                <a:latin typeface="Aptos"/>
              </a:rPr>
              <a:t>~2 weeks from today (by </a:t>
            </a:r>
            <a:r>
              <a:rPr lang="en-IN" sz="1200" b="1" i="1">
                <a:solidFill>
                  <a:srgbClr val="CCE6E8"/>
                </a:solidFill>
                <a:latin typeface="Aptos"/>
              </a:rPr>
              <a:t>12</a:t>
            </a:r>
            <a:r>
              <a:rPr sz="1200" b="1" i="1">
                <a:solidFill>
                  <a:srgbClr val="CCE6E8"/>
                </a:solidFill>
                <a:latin typeface="Aptos"/>
              </a:rPr>
              <a:t> June 2026)</a:t>
            </a:r>
          </a:p>
        </p:txBody>
      </p:sp>
      <p:sp>
        <p:nvSpPr>
          <p:cNvPr id="46" name="TextBox 45"/>
          <p:cNvSpPr txBox="1"/>
          <p:nvPr/>
        </p:nvSpPr>
        <p:spPr>
          <a:xfrm>
            <a:off x="11750040" y="6446520"/>
            <a:ext cx="365760" cy="274320"/>
          </a:xfrm>
          <a:prstGeom prst="rect">
            <a:avLst/>
          </a:prstGeom>
          <a:noFill/>
        </p:spPr>
        <p:txBody>
          <a:bodyPr wrap="none" lIns="0" tIns="0" rIns="0" bIns="0">
            <a:spAutoFit/>
          </a:bodyPr>
          <a:lstStyle/>
          <a:p>
            <a:pPr algn="r"/>
            <a:r>
              <a:rPr sz="1100">
                <a:solidFill>
                  <a:srgbClr val="5A666A"/>
                </a:solidFill>
                <a:latin typeface="Aptos"/>
              </a:rPr>
              <a:t>6</a:t>
            </a:r>
          </a:p>
        </p:txBody>
      </p:sp>
      <p:pic>
        <p:nvPicPr>
          <p:cNvPr id="27" name="Picture 26" descr="A red text on a white background  AI-generated content may be incorrect.">
            <a:extLst>
              <a:ext uri="{FF2B5EF4-FFF2-40B4-BE49-F238E27FC236}">
                <a16:creationId xmlns:a16="http://schemas.microsoft.com/office/drawing/2014/main" id="{00B7CF6F-D030-EAB0-10D2-A4DB6FF5E6A4}"/>
              </a:ext>
            </a:extLst>
          </p:cNvPr>
          <p:cNvPicPr>
            <a:picLocks noChangeAspect="1"/>
          </p:cNvPicPr>
          <p:nvPr/>
        </p:nvPicPr>
        <p:blipFill>
          <a:blip r:embed="rId3"/>
          <a:stretch>
            <a:fillRect/>
          </a:stretch>
        </p:blipFill>
        <p:spPr>
          <a:xfrm>
            <a:off x="11905954" y="115443"/>
            <a:ext cx="286046" cy="2326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92608"/>
            <a:ext cx="11430000" cy="502920"/>
          </a:xfrm>
          <a:prstGeom prst="rect">
            <a:avLst/>
          </a:prstGeom>
          <a:noFill/>
        </p:spPr>
        <p:txBody>
          <a:bodyPr wrap="none" lIns="0" tIns="0" rIns="0" bIns="0">
            <a:spAutoFit/>
          </a:bodyPr>
          <a:lstStyle/>
          <a:p>
            <a:r>
              <a:rPr sz="2800" b="1">
                <a:solidFill>
                  <a:srgbClr val="1F8E91"/>
                </a:solidFill>
                <a:latin typeface="Aptos"/>
              </a:rPr>
              <a:t>Dependencies &amp; Support Required</a:t>
            </a:r>
            <a:r>
              <a:rPr sz="1800">
                <a:solidFill>
                  <a:srgbClr val="5A666A"/>
                </a:solidFill>
                <a:latin typeface="Aptos"/>
              </a:rPr>
              <a:t>   -   What we need from GTF to keep momentum</a:t>
            </a:r>
          </a:p>
        </p:txBody>
      </p:sp>
      <p:sp>
        <p:nvSpPr>
          <p:cNvPr id="3" name="Rectangle 2"/>
          <p:cNvSpPr/>
          <p:nvPr/>
        </p:nvSpPr>
        <p:spPr>
          <a:xfrm>
            <a:off x="411480" y="886968"/>
            <a:ext cx="822960" cy="45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 y="1033271"/>
            <a:ext cx="11365992" cy="640080"/>
          </a:xfrm>
          <a:prstGeom prst="rect">
            <a:avLst/>
          </a:prstGeom>
          <a:solidFill>
            <a:srgbClr val="E6F3F4"/>
          </a:solidFill>
          <a:ln w="9525">
            <a:solidFill>
              <a:srgbClr val="1F8E91"/>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IN" sz="1500" dirty="0">
                <a:solidFill>
                  <a:srgbClr val="222B2E"/>
                </a:solidFill>
                <a:latin typeface="Aptos"/>
              </a:rPr>
              <a:t>S</a:t>
            </a:r>
            <a:r>
              <a:rPr sz="1500" dirty="0" err="1">
                <a:solidFill>
                  <a:srgbClr val="222B2E"/>
                </a:solidFill>
                <a:latin typeface="Aptos"/>
              </a:rPr>
              <a:t>pecific</a:t>
            </a:r>
            <a:r>
              <a:rPr sz="1500" dirty="0">
                <a:solidFill>
                  <a:srgbClr val="222B2E"/>
                </a:solidFill>
                <a:latin typeface="Aptos"/>
              </a:rPr>
              <a:t> asks</a:t>
            </a:r>
            <a:r>
              <a:rPr lang="en-IN" sz="1500" dirty="0">
                <a:solidFill>
                  <a:srgbClr val="222B2E"/>
                </a:solidFill>
                <a:latin typeface="Aptos"/>
              </a:rPr>
              <a:t> we need</a:t>
            </a:r>
            <a:r>
              <a:rPr sz="1500" dirty="0">
                <a:solidFill>
                  <a:srgbClr val="222B2E"/>
                </a:solidFill>
                <a:latin typeface="Aptos"/>
              </a:rPr>
              <a:t> from GTF — </a:t>
            </a:r>
            <a:r>
              <a:rPr sz="1500" b="1" dirty="0">
                <a:solidFill>
                  <a:srgbClr val="146A6C"/>
                </a:solidFill>
                <a:latin typeface="Aptos"/>
              </a:rPr>
              <a:t>to unblock validation and keep us on the 2-week runway.</a:t>
            </a:r>
          </a:p>
        </p:txBody>
      </p:sp>
      <p:sp>
        <p:nvSpPr>
          <p:cNvPr id="5" name="Rectangle 4"/>
          <p:cNvSpPr/>
          <p:nvPr/>
        </p:nvSpPr>
        <p:spPr>
          <a:xfrm>
            <a:off x="4227119" y="1911094"/>
            <a:ext cx="3655466" cy="1965960"/>
          </a:xfrm>
          <a:prstGeom prst="rect">
            <a:avLst/>
          </a:prstGeom>
          <a:solidFill>
            <a:srgbClr val="FFFFFF"/>
          </a:solidFill>
          <a:ln w="9525">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27119" y="1911094"/>
            <a:ext cx="73152" cy="1965960"/>
          </a:xfrm>
          <a:prstGeom prst="rect">
            <a:avLst/>
          </a:prstGeom>
          <a:solidFill>
            <a:srgbClr val="D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28287" y="2020822"/>
            <a:ext cx="3335426" cy="228600"/>
          </a:xfrm>
          <a:prstGeom prst="rect">
            <a:avLst/>
          </a:prstGeom>
          <a:noFill/>
        </p:spPr>
        <p:txBody>
          <a:bodyPr wrap="none" lIns="0" tIns="0" rIns="0" bIns="0">
            <a:spAutoFit/>
          </a:bodyPr>
          <a:lstStyle/>
          <a:p>
            <a:r>
              <a:rPr sz="850" b="1" i="0">
                <a:solidFill>
                  <a:srgbClr val="D05A4F"/>
                </a:solidFill>
                <a:latin typeface="Aptos"/>
              </a:rPr>
              <a:t>ACCESS &amp; LICENSING  ·  REQ #9</a:t>
            </a:r>
          </a:p>
        </p:txBody>
      </p:sp>
      <p:sp>
        <p:nvSpPr>
          <p:cNvPr id="8" name="TextBox 7"/>
          <p:cNvSpPr txBox="1"/>
          <p:nvPr/>
        </p:nvSpPr>
        <p:spPr>
          <a:xfrm>
            <a:off x="4428287" y="2276854"/>
            <a:ext cx="3335426" cy="457200"/>
          </a:xfrm>
          <a:prstGeom prst="rect">
            <a:avLst/>
          </a:prstGeom>
          <a:noFill/>
        </p:spPr>
        <p:txBody>
          <a:bodyPr wrap="square" lIns="0" tIns="0" rIns="0" bIns="0">
            <a:spAutoFit/>
          </a:bodyPr>
          <a:lstStyle/>
          <a:p>
            <a:r>
              <a:rPr sz="1300" b="1">
                <a:solidFill>
                  <a:srgbClr val="222B2E"/>
                </a:solidFill>
                <a:latin typeface="Aptos"/>
              </a:rPr>
              <a:t>AtScale License — Evaluation User</a:t>
            </a:r>
          </a:p>
        </p:txBody>
      </p:sp>
      <p:sp>
        <p:nvSpPr>
          <p:cNvPr id="9" name="TextBox 8"/>
          <p:cNvSpPr txBox="1"/>
          <p:nvPr/>
        </p:nvSpPr>
        <p:spPr>
          <a:xfrm>
            <a:off x="4428287" y="2752342"/>
            <a:ext cx="3335426" cy="731520"/>
          </a:xfrm>
          <a:prstGeom prst="rect">
            <a:avLst/>
          </a:prstGeom>
          <a:noFill/>
        </p:spPr>
        <p:txBody>
          <a:bodyPr wrap="square" lIns="0" tIns="0" rIns="0" bIns="0">
            <a:spAutoFit/>
          </a:bodyPr>
          <a:lstStyle/>
          <a:p>
            <a:r>
              <a:rPr sz="1000">
                <a:solidFill>
                  <a:srgbClr val="5A666A"/>
                </a:solidFill>
                <a:latin typeface="Aptos"/>
              </a:rPr>
              <a:t>AtScale is not a free tier. We need a licensed eval user to validate the live-connection path (AtScale -&gt; Tableau / Power BI) — the core unlock of the new architecture.</a:t>
            </a:r>
          </a:p>
        </p:txBody>
      </p:sp>
      <p:sp>
        <p:nvSpPr>
          <p:cNvPr id="10" name="Rounded Rectangle 9"/>
          <p:cNvSpPr/>
          <p:nvPr/>
        </p:nvSpPr>
        <p:spPr>
          <a:xfrm>
            <a:off x="4428287" y="3529582"/>
            <a:ext cx="960120" cy="237744"/>
          </a:xfrm>
          <a:prstGeom prst="roundRect">
            <a:avLst/>
          </a:prstGeom>
          <a:solidFill>
            <a:srgbClr val="D05A4F"/>
          </a:solidFill>
          <a:ln>
            <a:no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50" b="1">
                <a:solidFill>
                  <a:srgbClr val="FFFFFF"/>
                </a:solidFill>
                <a:latin typeface="Aptos"/>
              </a:rPr>
              <a:t>BLOCKING</a:t>
            </a:r>
          </a:p>
        </p:txBody>
      </p:sp>
      <p:sp>
        <p:nvSpPr>
          <p:cNvPr id="11" name="Rectangle 10"/>
          <p:cNvSpPr/>
          <p:nvPr/>
        </p:nvSpPr>
        <p:spPr>
          <a:xfrm>
            <a:off x="4227119" y="4187953"/>
            <a:ext cx="3655466" cy="1965960"/>
          </a:xfrm>
          <a:prstGeom prst="rect">
            <a:avLst/>
          </a:prstGeom>
          <a:solidFill>
            <a:srgbClr val="FFFFFF"/>
          </a:solidFill>
          <a:ln w="9525">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28287" y="4297681"/>
            <a:ext cx="3335426" cy="228600"/>
          </a:xfrm>
          <a:prstGeom prst="rect">
            <a:avLst/>
          </a:prstGeom>
          <a:noFill/>
        </p:spPr>
        <p:txBody>
          <a:bodyPr wrap="none" lIns="0" tIns="0" rIns="0" bIns="0">
            <a:spAutoFit/>
          </a:bodyPr>
          <a:lstStyle/>
          <a:p>
            <a:r>
              <a:rPr sz="850" b="1" i="0">
                <a:solidFill>
                  <a:srgbClr val="D05A4F"/>
                </a:solidFill>
                <a:latin typeface="Aptos"/>
              </a:rPr>
              <a:t>DATA &amp; SCOPE  ·  REQ #7</a:t>
            </a:r>
          </a:p>
        </p:txBody>
      </p:sp>
      <p:sp>
        <p:nvSpPr>
          <p:cNvPr id="14" name="TextBox 13"/>
          <p:cNvSpPr txBox="1"/>
          <p:nvPr/>
        </p:nvSpPr>
        <p:spPr>
          <a:xfrm>
            <a:off x="4428287" y="4553713"/>
            <a:ext cx="3335426" cy="457200"/>
          </a:xfrm>
          <a:prstGeom prst="rect">
            <a:avLst/>
          </a:prstGeom>
          <a:noFill/>
        </p:spPr>
        <p:txBody>
          <a:bodyPr wrap="square" lIns="0" tIns="0" rIns="0" bIns="0">
            <a:spAutoFit/>
          </a:bodyPr>
          <a:lstStyle/>
          <a:p>
            <a:r>
              <a:rPr sz="1300" b="1">
                <a:solidFill>
                  <a:srgbClr val="222B2E"/>
                </a:solidFill>
                <a:latin typeface="Aptos"/>
              </a:rPr>
              <a:t>Production Data Volume Estimates</a:t>
            </a:r>
          </a:p>
        </p:txBody>
      </p:sp>
      <p:sp>
        <p:nvSpPr>
          <p:cNvPr id="15" name="TextBox 14"/>
          <p:cNvSpPr txBox="1"/>
          <p:nvPr/>
        </p:nvSpPr>
        <p:spPr>
          <a:xfrm>
            <a:off x="4428287" y="5020057"/>
            <a:ext cx="3335426" cy="615553"/>
          </a:xfrm>
          <a:prstGeom prst="rect">
            <a:avLst/>
          </a:prstGeom>
          <a:noFill/>
        </p:spPr>
        <p:txBody>
          <a:bodyPr wrap="square" lIns="0" tIns="0" rIns="0" bIns="0">
            <a:spAutoFit/>
          </a:bodyPr>
          <a:lstStyle/>
          <a:p>
            <a:r>
              <a:rPr sz="1000">
                <a:solidFill>
                  <a:srgbClr val="5A666A"/>
                </a:solidFill>
                <a:latin typeface="Aptos"/>
              </a:rPr>
              <a:t>Expected production volumes for Catering and P&amp;L: rows/year, # franchisees, # brands, P&amp;L line counts. Drives realistic mock-data scale for performance testing (POC uses synthetic ~118M rows today</a:t>
            </a:r>
            <a:r>
              <a:rPr lang="en-IN" sz="1000">
                <a:solidFill>
                  <a:srgbClr val="5A666A"/>
                </a:solidFill>
                <a:latin typeface="Aptos"/>
              </a:rPr>
              <a:t> for fact table</a:t>
            </a:r>
            <a:r>
              <a:rPr sz="1000">
                <a:solidFill>
                  <a:srgbClr val="5A666A"/>
                </a:solidFill>
                <a:latin typeface="Aptos"/>
              </a:rPr>
              <a:t>).</a:t>
            </a:r>
          </a:p>
        </p:txBody>
      </p:sp>
      <p:sp>
        <p:nvSpPr>
          <p:cNvPr id="42" name="TextBox 41"/>
          <p:cNvSpPr txBox="1"/>
          <p:nvPr/>
        </p:nvSpPr>
        <p:spPr>
          <a:xfrm>
            <a:off x="11750040" y="6446520"/>
            <a:ext cx="365760" cy="274320"/>
          </a:xfrm>
          <a:prstGeom prst="rect">
            <a:avLst/>
          </a:prstGeom>
          <a:noFill/>
        </p:spPr>
        <p:txBody>
          <a:bodyPr wrap="none" lIns="0" tIns="0" rIns="0" bIns="0">
            <a:spAutoFit/>
          </a:bodyPr>
          <a:lstStyle/>
          <a:p>
            <a:pPr algn="r"/>
            <a:r>
              <a:rPr sz="1100">
                <a:solidFill>
                  <a:srgbClr val="5A666A"/>
                </a:solidFill>
                <a:latin typeface="Aptos"/>
              </a:rPr>
              <a:t>7</a:t>
            </a:r>
          </a:p>
        </p:txBody>
      </p:sp>
      <p:sp>
        <p:nvSpPr>
          <p:cNvPr id="29" name="Rounded Rectangle 21">
            <a:extLst>
              <a:ext uri="{FF2B5EF4-FFF2-40B4-BE49-F238E27FC236}">
                <a16:creationId xmlns:a16="http://schemas.microsoft.com/office/drawing/2014/main" id="{60BD7044-45C5-145E-5F2C-5699241FDEE5}"/>
              </a:ext>
            </a:extLst>
          </p:cNvPr>
          <p:cNvSpPr/>
          <p:nvPr/>
        </p:nvSpPr>
        <p:spPr>
          <a:xfrm>
            <a:off x="4428287" y="5811013"/>
            <a:ext cx="960120" cy="237744"/>
          </a:xfrm>
          <a:prstGeom prst="roundRect">
            <a:avLst/>
          </a:prstGeom>
          <a:solidFill>
            <a:srgbClr val="E89A3C"/>
          </a:solidFill>
          <a:ln>
            <a:no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50" b="1" dirty="0">
                <a:solidFill>
                  <a:srgbClr val="FFFFFF"/>
                </a:solidFill>
                <a:latin typeface="Aptos"/>
              </a:rPr>
              <a:t>IMPORTANT</a:t>
            </a:r>
          </a:p>
        </p:txBody>
      </p:sp>
      <p:sp>
        <p:nvSpPr>
          <p:cNvPr id="30" name="Rectangle 29">
            <a:extLst>
              <a:ext uri="{FF2B5EF4-FFF2-40B4-BE49-F238E27FC236}">
                <a16:creationId xmlns:a16="http://schemas.microsoft.com/office/drawing/2014/main" id="{6FB0DAF8-C596-228A-6875-B3D770F1E9BF}"/>
              </a:ext>
            </a:extLst>
          </p:cNvPr>
          <p:cNvSpPr/>
          <p:nvPr/>
        </p:nvSpPr>
        <p:spPr>
          <a:xfrm>
            <a:off x="4227119" y="4187953"/>
            <a:ext cx="73152" cy="1965960"/>
          </a:xfrm>
          <a:prstGeom prst="rect">
            <a:avLst/>
          </a:prstGeom>
          <a:solidFill>
            <a:srgbClr val="E8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A red text on a white background  AI-generated content may be incorrect.">
            <a:extLst>
              <a:ext uri="{FF2B5EF4-FFF2-40B4-BE49-F238E27FC236}">
                <a16:creationId xmlns:a16="http://schemas.microsoft.com/office/drawing/2014/main" id="{519B8A5B-C1A3-CE65-378D-9D134EBEA2FB}"/>
              </a:ext>
            </a:extLst>
          </p:cNvPr>
          <p:cNvPicPr>
            <a:picLocks noChangeAspect="1"/>
          </p:cNvPicPr>
          <p:nvPr/>
        </p:nvPicPr>
        <p:blipFill>
          <a:blip r:embed="rId3"/>
          <a:stretch>
            <a:fillRect/>
          </a:stretch>
        </p:blipFill>
        <p:spPr>
          <a:xfrm>
            <a:off x="11905954" y="137160"/>
            <a:ext cx="286046" cy="2326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3847" y="2880360"/>
            <a:ext cx="9144000" cy="1097280"/>
          </a:xfrm>
          <a:prstGeom prst="rect">
            <a:avLst/>
          </a:prstGeom>
          <a:noFill/>
        </p:spPr>
        <p:txBody>
          <a:bodyPr wrap="square" lIns="0" tIns="0" rIns="0" bIns="0" anchor="ctr">
            <a:spAutoFit/>
          </a:bodyPr>
          <a:lstStyle/>
          <a:p>
            <a:pPr algn="ctr"/>
            <a:r>
              <a:rPr sz="6000" b="1">
                <a:solidFill>
                  <a:srgbClr val="1F8E91"/>
                </a:solidFill>
                <a:latin typeface="Aptos"/>
              </a:rPr>
              <a:t>Feedback &amp; Q&amp;A</a:t>
            </a:r>
          </a:p>
        </p:txBody>
      </p:sp>
      <p:sp>
        <p:nvSpPr>
          <p:cNvPr id="3" name="Rectangle 2"/>
          <p:cNvSpPr/>
          <p:nvPr/>
        </p:nvSpPr>
        <p:spPr>
          <a:xfrm>
            <a:off x="5455767" y="4069080"/>
            <a:ext cx="1280160" cy="50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750040" y="6446520"/>
            <a:ext cx="365760" cy="274320"/>
          </a:xfrm>
          <a:prstGeom prst="rect">
            <a:avLst/>
          </a:prstGeom>
          <a:noFill/>
        </p:spPr>
        <p:txBody>
          <a:bodyPr wrap="none" lIns="0" tIns="0" rIns="0" bIns="0">
            <a:spAutoFit/>
          </a:bodyPr>
          <a:lstStyle/>
          <a:p>
            <a:pPr algn="r"/>
            <a:r>
              <a:rPr sz="1100">
                <a:solidFill>
                  <a:srgbClr val="5A666A"/>
                </a:solidFill>
                <a:latin typeface="Aptos"/>
              </a:rPr>
              <a:t>9</a:t>
            </a:r>
          </a:p>
        </p:txBody>
      </p:sp>
      <p:pic>
        <p:nvPicPr>
          <p:cNvPr id="6" name="Picture 5" descr="A red text on a white background  AI-generated content may be incorrect.">
            <a:extLst>
              <a:ext uri="{FF2B5EF4-FFF2-40B4-BE49-F238E27FC236}">
                <a16:creationId xmlns:a16="http://schemas.microsoft.com/office/drawing/2014/main" id="{37AB8A41-2CB3-B1F9-98B7-9502FD61329A}"/>
              </a:ext>
            </a:extLst>
          </p:cNvPr>
          <p:cNvPicPr>
            <a:picLocks noChangeAspect="1"/>
          </p:cNvPicPr>
          <p:nvPr/>
        </p:nvPicPr>
        <p:blipFill>
          <a:blip r:embed="rId2"/>
          <a:stretch>
            <a:fillRect/>
          </a:stretch>
        </p:blipFill>
        <p:spPr>
          <a:xfrm>
            <a:off x="11905954" y="137160"/>
            <a:ext cx="286046" cy="2326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9DA777-F6AA-DDB1-0398-F7524B7A3B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AFF853-739A-C60F-A692-9C8EBF72E099}"/>
              </a:ext>
            </a:extLst>
          </p:cNvPr>
          <p:cNvSpPr txBox="1"/>
          <p:nvPr/>
        </p:nvSpPr>
        <p:spPr>
          <a:xfrm>
            <a:off x="411480" y="292608"/>
            <a:ext cx="11430000" cy="502920"/>
          </a:xfrm>
          <a:prstGeom prst="rect">
            <a:avLst/>
          </a:prstGeom>
          <a:noFill/>
        </p:spPr>
        <p:txBody>
          <a:bodyPr wrap="none" lIns="0" tIns="0" rIns="0" bIns="0">
            <a:spAutoFit/>
          </a:bodyPr>
          <a:lstStyle/>
          <a:p>
            <a:r>
              <a:rPr sz="2800" b="1">
                <a:solidFill>
                  <a:srgbClr val="1F8E91"/>
                </a:solidFill>
                <a:latin typeface="Aptos"/>
              </a:rPr>
              <a:t>Dependencies &amp; Support Required</a:t>
            </a:r>
            <a:r>
              <a:rPr sz="1800">
                <a:solidFill>
                  <a:srgbClr val="5A666A"/>
                </a:solidFill>
                <a:latin typeface="Aptos"/>
              </a:rPr>
              <a:t>   -   What we need from GTF to keep momentum</a:t>
            </a:r>
          </a:p>
        </p:txBody>
      </p:sp>
      <p:sp>
        <p:nvSpPr>
          <p:cNvPr id="3" name="Rectangle 2">
            <a:extLst>
              <a:ext uri="{FF2B5EF4-FFF2-40B4-BE49-F238E27FC236}">
                <a16:creationId xmlns:a16="http://schemas.microsoft.com/office/drawing/2014/main" id="{D9E6D079-9529-366A-AACB-9AAF92798019}"/>
              </a:ext>
            </a:extLst>
          </p:cNvPr>
          <p:cNvSpPr/>
          <p:nvPr/>
        </p:nvSpPr>
        <p:spPr>
          <a:xfrm>
            <a:off x="411480" y="886968"/>
            <a:ext cx="822960" cy="45000"/>
          </a:xfrm>
          <a:prstGeom prst="rect">
            <a:avLst/>
          </a:prstGeom>
          <a:solidFill>
            <a:srgbClr val="1F8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4A29449A-556E-DBF0-9F72-0A9A0C71192F}"/>
              </a:ext>
            </a:extLst>
          </p:cNvPr>
          <p:cNvSpPr/>
          <p:nvPr/>
        </p:nvSpPr>
        <p:spPr>
          <a:xfrm>
            <a:off x="411480" y="1033271"/>
            <a:ext cx="11365992" cy="640080"/>
          </a:xfrm>
          <a:prstGeom prst="rect">
            <a:avLst/>
          </a:prstGeom>
          <a:solidFill>
            <a:srgbClr val="E6F3F4"/>
          </a:solidFill>
          <a:ln w="9525">
            <a:solidFill>
              <a:srgbClr val="1F8E91"/>
            </a:solidFill>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IN" sz="1500">
                <a:solidFill>
                  <a:srgbClr val="222B2E"/>
                </a:solidFill>
                <a:latin typeface="Aptos"/>
              </a:rPr>
              <a:t>S</a:t>
            </a:r>
            <a:r>
              <a:rPr sz="1500" err="1">
                <a:solidFill>
                  <a:srgbClr val="222B2E"/>
                </a:solidFill>
                <a:latin typeface="Aptos"/>
              </a:rPr>
              <a:t>pecific</a:t>
            </a:r>
            <a:r>
              <a:rPr sz="1500">
                <a:solidFill>
                  <a:srgbClr val="222B2E"/>
                </a:solidFill>
                <a:latin typeface="Aptos"/>
              </a:rPr>
              <a:t> asks</a:t>
            </a:r>
            <a:r>
              <a:rPr lang="en-IN" sz="1500">
                <a:solidFill>
                  <a:srgbClr val="222B2E"/>
                </a:solidFill>
                <a:latin typeface="Aptos"/>
              </a:rPr>
              <a:t> we need</a:t>
            </a:r>
            <a:r>
              <a:rPr sz="1500">
                <a:solidFill>
                  <a:srgbClr val="222B2E"/>
                </a:solidFill>
                <a:latin typeface="Aptos"/>
              </a:rPr>
              <a:t> from GTF — </a:t>
            </a:r>
            <a:r>
              <a:rPr sz="1500" b="1">
                <a:solidFill>
                  <a:srgbClr val="146A6C"/>
                </a:solidFill>
                <a:latin typeface="Aptos"/>
              </a:rPr>
              <a:t>to unblock validation and keep us on the 2-week runway.</a:t>
            </a:r>
          </a:p>
        </p:txBody>
      </p:sp>
      <p:sp>
        <p:nvSpPr>
          <p:cNvPr id="5" name="Rectangle 4">
            <a:extLst>
              <a:ext uri="{FF2B5EF4-FFF2-40B4-BE49-F238E27FC236}">
                <a16:creationId xmlns:a16="http://schemas.microsoft.com/office/drawing/2014/main" id="{B30A2BCD-F1E6-631C-E177-43F57EF759A7}"/>
              </a:ext>
            </a:extLst>
          </p:cNvPr>
          <p:cNvSpPr/>
          <p:nvPr/>
        </p:nvSpPr>
        <p:spPr>
          <a:xfrm>
            <a:off x="1892808" y="1947672"/>
            <a:ext cx="3655466" cy="1965960"/>
          </a:xfrm>
          <a:prstGeom prst="rect">
            <a:avLst/>
          </a:prstGeom>
          <a:solidFill>
            <a:srgbClr val="FFFFFF"/>
          </a:solidFill>
          <a:ln w="9525">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F2D35B0F-59D0-F897-CBC8-EC2B4846F25C}"/>
              </a:ext>
            </a:extLst>
          </p:cNvPr>
          <p:cNvSpPr/>
          <p:nvPr/>
        </p:nvSpPr>
        <p:spPr>
          <a:xfrm>
            <a:off x="1892808" y="1947672"/>
            <a:ext cx="73152" cy="1965960"/>
          </a:xfrm>
          <a:prstGeom prst="rect">
            <a:avLst/>
          </a:prstGeom>
          <a:solidFill>
            <a:srgbClr val="D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48FAD5B3-1594-445D-4CFE-FFD384803FDA}"/>
              </a:ext>
            </a:extLst>
          </p:cNvPr>
          <p:cNvSpPr txBox="1"/>
          <p:nvPr/>
        </p:nvSpPr>
        <p:spPr>
          <a:xfrm>
            <a:off x="2093976" y="2057400"/>
            <a:ext cx="3335426" cy="228600"/>
          </a:xfrm>
          <a:prstGeom prst="rect">
            <a:avLst/>
          </a:prstGeom>
          <a:noFill/>
        </p:spPr>
        <p:txBody>
          <a:bodyPr wrap="none" lIns="0" tIns="0" rIns="0" bIns="0">
            <a:spAutoFit/>
          </a:bodyPr>
          <a:lstStyle/>
          <a:p>
            <a:r>
              <a:rPr sz="850" b="1" i="0">
                <a:solidFill>
                  <a:srgbClr val="D05A4F"/>
                </a:solidFill>
                <a:latin typeface="Aptos"/>
              </a:rPr>
              <a:t>ACCESS &amp; LICENSING  ·  REQ #9</a:t>
            </a:r>
          </a:p>
        </p:txBody>
      </p:sp>
      <p:sp>
        <p:nvSpPr>
          <p:cNvPr id="8" name="TextBox 7">
            <a:extLst>
              <a:ext uri="{FF2B5EF4-FFF2-40B4-BE49-F238E27FC236}">
                <a16:creationId xmlns:a16="http://schemas.microsoft.com/office/drawing/2014/main" id="{96D59EEB-6F83-561A-1EE1-575EB498E167}"/>
              </a:ext>
            </a:extLst>
          </p:cNvPr>
          <p:cNvSpPr txBox="1"/>
          <p:nvPr/>
        </p:nvSpPr>
        <p:spPr>
          <a:xfrm>
            <a:off x="2093976" y="2313432"/>
            <a:ext cx="3335426" cy="457200"/>
          </a:xfrm>
          <a:prstGeom prst="rect">
            <a:avLst/>
          </a:prstGeom>
          <a:noFill/>
        </p:spPr>
        <p:txBody>
          <a:bodyPr wrap="square" lIns="0" tIns="0" rIns="0" bIns="0">
            <a:spAutoFit/>
          </a:bodyPr>
          <a:lstStyle/>
          <a:p>
            <a:r>
              <a:rPr sz="1300" b="1">
                <a:solidFill>
                  <a:srgbClr val="222B2E"/>
                </a:solidFill>
                <a:latin typeface="Aptos"/>
              </a:rPr>
              <a:t>AtScale License — Evaluation User</a:t>
            </a:r>
          </a:p>
        </p:txBody>
      </p:sp>
      <p:sp>
        <p:nvSpPr>
          <p:cNvPr id="9" name="TextBox 8">
            <a:extLst>
              <a:ext uri="{FF2B5EF4-FFF2-40B4-BE49-F238E27FC236}">
                <a16:creationId xmlns:a16="http://schemas.microsoft.com/office/drawing/2014/main" id="{8295C90F-5859-C0F1-4A5A-E4231C111035}"/>
              </a:ext>
            </a:extLst>
          </p:cNvPr>
          <p:cNvSpPr txBox="1"/>
          <p:nvPr/>
        </p:nvSpPr>
        <p:spPr>
          <a:xfrm>
            <a:off x="2093976" y="2788920"/>
            <a:ext cx="3335426" cy="731520"/>
          </a:xfrm>
          <a:prstGeom prst="rect">
            <a:avLst/>
          </a:prstGeom>
          <a:noFill/>
        </p:spPr>
        <p:txBody>
          <a:bodyPr wrap="square" lIns="0" tIns="0" rIns="0" bIns="0">
            <a:spAutoFit/>
          </a:bodyPr>
          <a:lstStyle/>
          <a:p>
            <a:r>
              <a:rPr sz="1000">
                <a:solidFill>
                  <a:srgbClr val="5A666A"/>
                </a:solidFill>
                <a:latin typeface="Aptos"/>
              </a:rPr>
              <a:t>AtScale is not a free tier. We need a licensed eval user to validate the live-connection path (AtScale -&gt; Tableau / Power BI) — the core unlock of the new architecture.</a:t>
            </a:r>
          </a:p>
        </p:txBody>
      </p:sp>
      <p:sp>
        <p:nvSpPr>
          <p:cNvPr id="10" name="Rounded Rectangle 9">
            <a:extLst>
              <a:ext uri="{FF2B5EF4-FFF2-40B4-BE49-F238E27FC236}">
                <a16:creationId xmlns:a16="http://schemas.microsoft.com/office/drawing/2014/main" id="{40F939D0-2192-3C8B-E389-6AF63BDA87E9}"/>
              </a:ext>
            </a:extLst>
          </p:cNvPr>
          <p:cNvSpPr/>
          <p:nvPr/>
        </p:nvSpPr>
        <p:spPr>
          <a:xfrm>
            <a:off x="2093976" y="3566160"/>
            <a:ext cx="960120" cy="237744"/>
          </a:xfrm>
          <a:prstGeom prst="roundRect">
            <a:avLst/>
          </a:prstGeom>
          <a:solidFill>
            <a:srgbClr val="D05A4F"/>
          </a:solidFill>
          <a:ln>
            <a:no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50" b="1">
                <a:solidFill>
                  <a:srgbClr val="FFFFFF"/>
                </a:solidFill>
                <a:latin typeface="Aptos"/>
              </a:rPr>
              <a:t>BLOCKING</a:t>
            </a:r>
          </a:p>
        </p:txBody>
      </p:sp>
      <p:sp>
        <p:nvSpPr>
          <p:cNvPr id="11" name="Rectangle 10">
            <a:extLst>
              <a:ext uri="{FF2B5EF4-FFF2-40B4-BE49-F238E27FC236}">
                <a16:creationId xmlns:a16="http://schemas.microsoft.com/office/drawing/2014/main" id="{AF26552A-FA22-B241-D01E-F78669062B1E}"/>
              </a:ext>
            </a:extLst>
          </p:cNvPr>
          <p:cNvSpPr/>
          <p:nvPr/>
        </p:nvSpPr>
        <p:spPr>
          <a:xfrm>
            <a:off x="6255867" y="1943100"/>
            <a:ext cx="3655466" cy="1965960"/>
          </a:xfrm>
          <a:prstGeom prst="rect">
            <a:avLst/>
          </a:prstGeom>
          <a:solidFill>
            <a:srgbClr val="FFFFFF"/>
          </a:solidFill>
          <a:ln w="9525">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BBAF8C19-F8B4-B32E-EF7B-8525C1220B4A}"/>
              </a:ext>
            </a:extLst>
          </p:cNvPr>
          <p:cNvSpPr/>
          <p:nvPr/>
        </p:nvSpPr>
        <p:spPr>
          <a:xfrm>
            <a:off x="6255867" y="1943100"/>
            <a:ext cx="73152" cy="1965960"/>
          </a:xfrm>
          <a:prstGeom prst="rect">
            <a:avLst/>
          </a:prstGeom>
          <a:solidFill>
            <a:srgbClr val="D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185C4618-EE8B-0DE9-C98A-BB23258AABA0}"/>
              </a:ext>
            </a:extLst>
          </p:cNvPr>
          <p:cNvSpPr txBox="1"/>
          <p:nvPr/>
        </p:nvSpPr>
        <p:spPr>
          <a:xfrm>
            <a:off x="6457035" y="2052828"/>
            <a:ext cx="3335426" cy="228600"/>
          </a:xfrm>
          <a:prstGeom prst="rect">
            <a:avLst/>
          </a:prstGeom>
          <a:noFill/>
        </p:spPr>
        <p:txBody>
          <a:bodyPr wrap="none" lIns="0" tIns="0" rIns="0" bIns="0">
            <a:spAutoFit/>
          </a:bodyPr>
          <a:lstStyle/>
          <a:p>
            <a:r>
              <a:rPr sz="850" b="1" i="0">
                <a:solidFill>
                  <a:srgbClr val="D05A4F"/>
                </a:solidFill>
                <a:latin typeface="Aptos"/>
              </a:rPr>
              <a:t>DATA &amp; SCOPE  ·  REQ #7</a:t>
            </a:r>
          </a:p>
        </p:txBody>
      </p:sp>
      <p:sp>
        <p:nvSpPr>
          <p:cNvPr id="14" name="TextBox 13">
            <a:extLst>
              <a:ext uri="{FF2B5EF4-FFF2-40B4-BE49-F238E27FC236}">
                <a16:creationId xmlns:a16="http://schemas.microsoft.com/office/drawing/2014/main" id="{DDB11C9A-1CA6-548D-B9E8-4DC3D1428119}"/>
              </a:ext>
            </a:extLst>
          </p:cNvPr>
          <p:cNvSpPr txBox="1"/>
          <p:nvPr/>
        </p:nvSpPr>
        <p:spPr>
          <a:xfrm>
            <a:off x="6457035" y="2308860"/>
            <a:ext cx="3335426" cy="457200"/>
          </a:xfrm>
          <a:prstGeom prst="rect">
            <a:avLst/>
          </a:prstGeom>
          <a:noFill/>
        </p:spPr>
        <p:txBody>
          <a:bodyPr wrap="square" lIns="0" tIns="0" rIns="0" bIns="0">
            <a:spAutoFit/>
          </a:bodyPr>
          <a:lstStyle/>
          <a:p>
            <a:r>
              <a:rPr sz="1300" b="1">
                <a:solidFill>
                  <a:srgbClr val="222B2E"/>
                </a:solidFill>
                <a:latin typeface="Aptos"/>
              </a:rPr>
              <a:t>Production Data Volume Estimates</a:t>
            </a:r>
          </a:p>
        </p:txBody>
      </p:sp>
      <p:sp>
        <p:nvSpPr>
          <p:cNvPr id="15" name="TextBox 14">
            <a:extLst>
              <a:ext uri="{FF2B5EF4-FFF2-40B4-BE49-F238E27FC236}">
                <a16:creationId xmlns:a16="http://schemas.microsoft.com/office/drawing/2014/main" id="{DE22A979-2637-EAD3-6C66-026D2EB6D7B7}"/>
              </a:ext>
            </a:extLst>
          </p:cNvPr>
          <p:cNvSpPr txBox="1"/>
          <p:nvPr/>
        </p:nvSpPr>
        <p:spPr>
          <a:xfrm>
            <a:off x="6457035" y="2775204"/>
            <a:ext cx="3335426" cy="615553"/>
          </a:xfrm>
          <a:prstGeom prst="rect">
            <a:avLst/>
          </a:prstGeom>
          <a:noFill/>
        </p:spPr>
        <p:txBody>
          <a:bodyPr wrap="square" lIns="0" tIns="0" rIns="0" bIns="0">
            <a:spAutoFit/>
          </a:bodyPr>
          <a:lstStyle/>
          <a:p>
            <a:r>
              <a:rPr sz="1000">
                <a:solidFill>
                  <a:srgbClr val="5A666A"/>
                </a:solidFill>
                <a:latin typeface="Aptos"/>
              </a:rPr>
              <a:t>Expected production volumes for Catering and P&amp;L: rows/year, # franchisees, # brands, P&amp;L line counts. Drives realistic mock-data scale for performance testing (POC uses synthetic ~118M rows today</a:t>
            </a:r>
            <a:r>
              <a:rPr lang="en-IN" sz="1000">
                <a:solidFill>
                  <a:srgbClr val="5A666A"/>
                </a:solidFill>
                <a:latin typeface="Aptos"/>
              </a:rPr>
              <a:t> for fact table</a:t>
            </a:r>
            <a:r>
              <a:rPr sz="1000">
                <a:solidFill>
                  <a:srgbClr val="5A666A"/>
                </a:solidFill>
                <a:latin typeface="Aptos"/>
              </a:rPr>
              <a:t>).</a:t>
            </a:r>
          </a:p>
        </p:txBody>
      </p:sp>
      <p:sp>
        <p:nvSpPr>
          <p:cNvPr id="16" name="Rounded Rectangle 15">
            <a:extLst>
              <a:ext uri="{FF2B5EF4-FFF2-40B4-BE49-F238E27FC236}">
                <a16:creationId xmlns:a16="http://schemas.microsoft.com/office/drawing/2014/main" id="{E89F9322-4EF3-32E2-3831-87A5BC18C196}"/>
              </a:ext>
            </a:extLst>
          </p:cNvPr>
          <p:cNvSpPr/>
          <p:nvPr/>
        </p:nvSpPr>
        <p:spPr>
          <a:xfrm>
            <a:off x="6457035" y="3561588"/>
            <a:ext cx="960120" cy="237744"/>
          </a:xfrm>
          <a:prstGeom prst="roundRect">
            <a:avLst/>
          </a:prstGeom>
          <a:solidFill>
            <a:srgbClr val="D05A4F"/>
          </a:solidFill>
          <a:ln>
            <a:no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50" b="1">
                <a:solidFill>
                  <a:srgbClr val="FFFFFF"/>
                </a:solidFill>
                <a:latin typeface="Aptos"/>
              </a:rPr>
              <a:t>BLOCKING</a:t>
            </a:r>
          </a:p>
        </p:txBody>
      </p:sp>
      <p:sp>
        <p:nvSpPr>
          <p:cNvPr id="17" name="Rectangle 16">
            <a:extLst>
              <a:ext uri="{FF2B5EF4-FFF2-40B4-BE49-F238E27FC236}">
                <a16:creationId xmlns:a16="http://schemas.microsoft.com/office/drawing/2014/main" id="{A50A7CDB-7DD9-5C30-6774-2094288EC39B}"/>
              </a:ext>
            </a:extLst>
          </p:cNvPr>
          <p:cNvSpPr/>
          <p:nvPr/>
        </p:nvSpPr>
        <p:spPr>
          <a:xfrm>
            <a:off x="1892808" y="4283964"/>
            <a:ext cx="3655466" cy="1965960"/>
          </a:xfrm>
          <a:prstGeom prst="rect">
            <a:avLst/>
          </a:prstGeom>
          <a:solidFill>
            <a:srgbClr val="FFFFFF"/>
          </a:solidFill>
          <a:ln w="9525">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DE26C514-B63C-E6C8-B181-248B84C0452D}"/>
              </a:ext>
            </a:extLst>
          </p:cNvPr>
          <p:cNvSpPr/>
          <p:nvPr/>
        </p:nvSpPr>
        <p:spPr>
          <a:xfrm>
            <a:off x="1892808" y="4283964"/>
            <a:ext cx="73152" cy="1965960"/>
          </a:xfrm>
          <a:prstGeom prst="rect">
            <a:avLst/>
          </a:prstGeom>
          <a:solidFill>
            <a:srgbClr val="E8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DF25B1D6-4AB7-BB84-27A9-4814A077033E}"/>
              </a:ext>
            </a:extLst>
          </p:cNvPr>
          <p:cNvSpPr txBox="1"/>
          <p:nvPr/>
        </p:nvSpPr>
        <p:spPr>
          <a:xfrm>
            <a:off x="2093976" y="4393692"/>
            <a:ext cx="3335426" cy="228600"/>
          </a:xfrm>
          <a:prstGeom prst="rect">
            <a:avLst/>
          </a:prstGeom>
          <a:noFill/>
        </p:spPr>
        <p:txBody>
          <a:bodyPr wrap="none" lIns="0" tIns="0" rIns="0" bIns="0">
            <a:spAutoFit/>
          </a:bodyPr>
          <a:lstStyle/>
          <a:p>
            <a:r>
              <a:rPr sz="850" b="1" i="0">
                <a:solidFill>
                  <a:srgbClr val="E89A3C"/>
                </a:solidFill>
                <a:latin typeface="Aptos"/>
              </a:rPr>
              <a:t>KNOWLEDGE TRANSFER  ·  REQ #8</a:t>
            </a:r>
          </a:p>
        </p:txBody>
      </p:sp>
      <p:sp>
        <p:nvSpPr>
          <p:cNvPr id="20" name="TextBox 19">
            <a:extLst>
              <a:ext uri="{FF2B5EF4-FFF2-40B4-BE49-F238E27FC236}">
                <a16:creationId xmlns:a16="http://schemas.microsoft.com/office/drawing/2014/main" id="{11B4F0BD-D75B-AD2E-9AA5-89781B50B2C0}"/>
              </a:ext>
            </a:extLst>
          </p:cNvPr>
          <p:cNvSpPr txBox="1"/>
          <p:nvPr/>
        </p:nvSpPr>
        <p:spPr>
          <a:xfrm>
            <a:off x="2093976" y="4649724"/>
            <a:ext cx="3335426" cy="457200"/>
          </a:xfrm>
          <a:prstGeom prst="rect">
            <a:avLst/>
          </a:prstGeom>
          <a:noFill/>
        </p:spPr>
        <p:txBody>
          <a:bodyPr wrap="square" lIns="0" tIns="0" rIns="0" bIns="0">
            <a:spAutoFit/>
          </a:bodyPr>
          <a:lstStyle/>
          <a:p>
            <a:r>
              <a:rPr sz="1300" b="1">
                <a:solidFill>
                  <a:srgbClr val="222B2E"/>
                </a:solidFill>
                <a:latin typeface="Aptos"/>
              </a:rPr>
              <a:t>"Power BI Robots" Clarification</a:t>
            </a:r>
          </a:p>
        </p:txBody>
      </p:sp>
      <p:sp>
        <p:nvSpPr>
          <p:cNvPr id="21" name="TextBox 20">
            <a:extLst>
              <a:ext uri="{FF2B5EF4-FFF2-40B4-BE49-F238E27FC236}">
                <a16:creationId xmlns:a16="http://schemas.microsoft.com/office/drawing/2014/main" id="{56C2A80B-0A33-FE72-1C9E-5803192E2EF7}"/>
              </a:ext>
            </a:extLst>
          </p:cNvPr>
          <p:cNvSpPr txBox="1"/>
          <p:nvPr/>
        </p:nvSpPr>
        <p:spPr>
          <a:xfrm>
            <a:off x="2093976" y="5125212"/>
            <a:ext cx="3335426" cy="731520"/>
          </a:xfrm>
          <a:prstGeom prst="rect">
            <a:avLst/>
          </a:prstGeom>
          <a:noFill/>
        </p:spPr>
        <p:txBody>
          <a:bodyPr wrap="square" lIns="0" tIns="0" rIns="0" bIns="0">
            <a:spAutoFit/>
          </a:bodyPr>
          <a:lstStyle/>
          <a:p>
            <a:r>
              <a:rPr sz="1000" dirty="0">
                <a:solidFill>
                  <a:srgbClr val="5A666A"/>
                </a:solidFill>
                <a:latin typeface="Aptos"/>
              </a:rPr>
              <a:t>"Robots" is non-standard terminology. We need GTF to confirm — Power Automate flows? An internal franchise-bursting framework? Specific scheduled reports? Changes how we evaluate the Tableau equivalent.</a:t>
            </a:r>
          </a:p>
        </p:txBody>
      </p:sp>
      <p:sp>
        <p:nvSpPr>
          <p:cNvPr id="22" name="Rounded Rectangle 21">
            <a:extLst>
              <a:ext uri="{FF2B5EF4-FFF2-40B4-BE49-F238E27FC236}">
                <a16:creationId xmlns:a16="http://schemas.microsoft.com/office/drawing/2014/main" id="{C3E9E884-EF25-078D-D8A1-A1A5994B0154}"/>
              </a:ext>
            </a:extLst>
          </p:cNvPr>
          <p:cNvSpPr/>
          <p:nvPr/>
        </p:nvSpPr>
        <p:spPr>
          <a:xfrm>
            <a:off x="2093976" y="5902452"/>
            <a:ext cx="960120" cy="237744"/>
          </a:xfrm>
          <a:prstGeom prst="roundRect">
            <a:avLst/>
          </a:prstGeom>
          <a:solidFill>
            <a:srgbClr val="E89A3C"/>
          </a:solidFill>
          <a:ln>
            <a:no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50" b="1" dirty="0">
                <a:solidFill>
                  <a:srgbClr val="FFFFFF"/>
                </a:solidFill>
                <a:latin typeface="Aptos"/>
              </a:rPr>
              <a:t>IMPORTANT</a:t>
            </a:r>
          </a:p>
        </p:txBody>
      </p:sp>
      <p:sp>
        <p:nvSpPr>
          <p:cNvPr id="23" name="Rectangle 22">
            <a:extLst>
              <a:ext uri="{FF2B5EF4-FFF2-40B4-BE49-F238E27FC236}">
                <a16:creationId xmlns:a16="http://schemas.microsoft.com/office/drawing/2014/main" id="{2C124154-ACD4-6E28-9325-AE5D653918DE}"/>
              </a:ext>
            </a:extLst>
          </p:cNvPr>
          <p:cNvSpPr/>
          <p:nvPr/>
        </p:nvSpPr>
        <p:spPr>
          <a:xfrm>
            <a:off x="6255867" y="4283964"/>
            <a:ext cx="3655466" cy="1965960"/>
          </a:xfrm>
          <a:prstGeom prst="rect">
            <a:avLst/>
          </a:prstGeom>
          <a:solidFill>
            <a:srgbClr val="FFFFFF"/>
          </a:solidFill>
          <a:ln w="9525">
            <a:solidFill>
              <a:srgbClr val="E3E7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a:extLst>
              <a:ext uri="{FF2B5EF4-FFF2-40B4-BE49-F238E27FC236}">
                <a16:creationId xmlns:a16="http://schemas.microsoft.com/office/drawing/2014/main" id="{B54EF005-F5E2-60D3-CA41-AD6A0E8F7009}"/>
              </a:ext>
            </a:extLst>
          </p:cNvPr>
          <p:cNvSpPr/>
          <p:nvPr/>
        </p:nvSpPr>
        <p:spPr>
          <a:xfrm>
            <a:off x="6255867" y="4283964"/>
            <a:ext cx="73152" cy="1965960"/>
          </a:xfrm>
          <a:prstGeom prst="rect">
            <a:avLst/>
          </a:prstGeom>
          <a:solidFill>
            <a:srgbClr val="E8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24380B06-F5C9-2FF5-9F5F-A6BF19171285}"/>
              </a:ext>
            </a:extLst>
          </p:cNvPr>
          <p:cNvSpPr txBox="1"/>
          <p:nvPr/>
        </p:nvSpPr>
        <p:spPr>
          <a:xfrm>
            <a:off x="6457035" y="4393692"/>
            <a:ext cx="3335426" cy="228600"/>
          </a:xfrm>
          <a:prstGeom prst="rect">
            <a:avLst/>
          </a:prstGeom>
          <a:noFill/>
        </p:spPr>
        <p:txBody>
          <a:bodyPr wrap="none" lIns="0" tIns="0" rIns="0" bIns="0">
            <a:spAutoFit/>
          </a:bodyPr>
          <a:lstStyle/>
          <a:p>
            <a:r>
              <a:rPr sz="850" b="1" i="0">
                <a:solidFill>
                  <a:srgbClr val="E89A3C"/>
                </a:solidFill>
                <a:latin typeface="Aptos"/>
              </a:rPr>
              <a:t>DATA &amp; SCOPE  ·  POC</a:t>
            </a:r>
          </a:p>
        </p:txBody>
      </p:sp>
      <p:sp>
        <p:nvSpPr>
          <p:cNvPr id="26" name="TextBox 25">
            <a:extLst>
              <a:ext uri="{FF2B5EF4-FFF2-40B4-BE49-F238E27FC236}">
                <a16:creationId xmlns:a16="http://schemas.microsoft.com/office/drawing/2014/main" id="{59B33C45-32C6-C0DC-46B9-14C1BABF9C53}"/>
              </a:ext>
            </a:extLst>
          </p:cNvPr>
          <p:cNvSpPr txBox="1"/>
          <p:nvPr/>
        </p:nvSpPr>
        <p:spPr>
          <a:xfrm>
            <a:off x="6457035" y="4649724"/>
            <a:ext cx="3335426" cy="457200"/>
          </a:xfrm>
          <a:prstGeom prst="rect">
            <a:avLst/>
          </a:prstGeom>
          <a:noFill/>
        </p:spPr>
        <p:txBody>
          <a:bodyPr wrap="square" lIns="0" tIns="0" rIns="0" bIns="0">
            <a:spAutoFit/>
          </a:bodyPr>
          <a:lstStyle/>
          <a:p>
            <a:r>
              <a:rPr sz="1300" b="1">
                <a:solidFill>
                  <a:srgbClr val="222B2E"/>
                </a:solidFill>
                <a:latin typeface="Aptos"/>
              </a:rPr>
              <a:t>Catering Marketing Spend Schema</a:t>
            </a:r>
          </a:p>
        </p:txBody>
      </p:sp>
      <p:sp>
        <p:nvSpPr>
          <p:cNvPr id="27" name="TextBox 26">
            <a:extLst>
              <a:ext uri="{FF2B5EF4-FFF2-40B4-BE49-F238E27FC236}">
                <a16:creationId xmlns:a16="http://schemas.microsoft.com/office/drawing/2014/main" id="{7A9D5355-BE7C-0FDB-57FC-29E8FFE5BABB}"/>
              </a:ext>
            </a:extLst>
          </p:cNvPr>
          <p:cNvSpPr txBox="1"/>
          <p:nvPr/>
        </p:nvSpPr>
        <p:spPr>
          <a:xfrm>
            <a:off x="6457035" y="5125212"/>
            <a:ext cx="3335426" cy="731520"/>
          </a:xfrm>
          <a:prstGeom prst="rect">
            <a:avLst/>
          </a:prstGeom>
          <a:noFill/>
        </p:spPr>
        <p:txBody>
          <a:bodyPr wrap="square" lIns="0" tIns="0" rIns="0" bIns="0">
            <a:spAutoFit/>
          </a:bodyPr>
          <a:lstStyle/>
          <a:p>
            <a:r>
              <a:rPr sz="1000">
                <a:solidFill>
                  <a:srgbClr val="5A666A"/>
                </a:solidFill>
                <a:latin typeface="Aptos"/>
              </a:rPr>
              <a:t>Real structure of the Catering Marketing Spend table (PPP, DeliveryFee, EZRewards, Subtotal). Synthetic data uses DiscountsCY as proxy today — real schema makes the Marketing ROI POC page accurate.</a:t>
            </a:r>
          </a:p>
        </p:txBody>
      </p:sp>
      <p:sp>
        <p:nvSpPr>
          <p:cNvPr id="28" name="Rounded Rectangle 27">
            <a:extLst>
              <a:ext uri="{FF2B5EF4-FFF2-40B4-BE49-F238E27FC236}">
                <a16:creationId xmlns:a16="http://schemas.microsoft.com/office/drawing/2014/main" id="{F0FACF56-3023-CAD5-57ED-CE2152030BA5}"/>
              </a:ext>
            </a:extLst>
          </p:cNvPr>
          <p:cNvSpPr/>
          <p:nvPr/>
        </p:nvSpPr>
        <p:spPr>
          <a:xfrm>
            <a:off x="6457035" y="5902452"/>
            <a:ext cx="960120" cy="237744"/>
          </a:xfrm>
          <a:prstGeom prst="roundRect">
            <a:avLst/>
          </a:prstGeom>
          <a:solidFill>
            <a:srgbClr val="E89A3C"/>
          </a:solidFill>
          <a:ln>
            <a:no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50" b="1">
                <a:solidFill>
                  <a:srgbClr val="FFFFFF"/>
                </a:solidFill>
                <a:latin typeface="Aptos"/>
              </a:rPr>
              <a:t>IMPORTANT</a:t>
            </a:r>
          </a:p>
        </p:txBody>
      </p:sp>
      <p:sp>
        <p:nvSpPr>
          <p:cNvPr id="42" name="TextBox 41">
            <a:extLst>
              <a:ext uri="{FF2B5EF4-FFF2-40B4-BE49-F238E27FC236}">
                <a16:creationId xmlns:a16="http://schemas.microsoft.com/office/drawing/2014/main" id="{65475198-418F-527B-3410-71F221E79C18}"/>
              </a:ext>
            </a:extLst>
          </p:cNvPr>
          <p:cNvSpPr txBox="1"/>
          <p:nvPr/>
        </p:nvSpPr>
        <p:spPr>
          <a:xfrm>
            <a:off x="11750040" y="6446520"/>
            <a:ext cx="365760" cy="274320"/>
          </a:xfrm>
          <a:prstGeom prst="rect">
            <a:avLst/>
          </a:prstGeom>
          <a:noFill/>
        </p:spPr>
        <p:txBody>
          <a:bodyPr wrap="none" lIns="0" tIns="0" rIns="0" bIns="0">
            <a:spAutoFit/>
          </a:bodyPr>
          <a:lstStyle/>
          <a:p>
            <a:pPr algn="r"/>
            <a:r>
              <a:rPr sz="1100">
                <a:solidFill>
                  <a:srgbClr val="5A666A"/>
                </a:solidFill>
                <a:latin typeface="Aptos"/>
              </a:rPr>
              <a:t>7</a:t>
            </a:r>
          </a:p>
        </p:txBody>
      </p:sp>
      <p:pic>
        <p:nvPicPr>
          <p:cNvPr id="43" name="GoToFoodsLogo">
            <a:extLst>
              <a:ext uri="{FF2B5EF4-FFF2-40B4-BE49-F238E27FC236}">
                <a16:creationId xmlns:a16="http://schemas.microsoft.com/office/drawing/2014/main" id="{C9108F83-B967-92BC-67F3-7B6DACA0E608}"/>
              </a:ext>
            </a:extLst>
          </p:cNvPr>
          <p:cNvPicPr>
            <a:picLocks noChangeAspect="1"/>
          </p:cNvPicPr>
          <p:nvPr/>
        </p:nvPicPr>
        <p:blipFill>
          <a:blip r:embed="rId3"/>
          <a:stretch>
            <a:fillRect/>
          </a:stretch>
        </p:blipFill>
        <p:spPr>
          <a:xfrm>
            <a:off x="11438819" y="209727"/>
            <a:ext cx="716139" cy="582437"/>
          </a:xfrm>
          <a:prstGeom prst="rect">
            <a:avLst/>
          </a:prstGeom>
        </p:spPr>
      </p:pic>
    </p:spTree>
    <p:extLst>
      <p:ext uri="{BB962C8B-B14F-4D97-AF65-F5344CB8AC3E}">
        <p14:creationId xmlns:p14="http://schemas.microsoft.com/office/powerpoint/2010/main" val="1693306363"/>
      </p:ext>
    </p:extLst>
  </p:cSld>
  <p:clrMapOvr>
    <a:masterClrMapping/>
  </p:clrMapOvr>
</p:sld>
</file>

<file path=ppt/theme/theme1.xml><?xml version="1.0" encoding="utf-8"?>
<a:theme xmlns:a="http://schemas.openxmlformats.org/drawingml/2006/main" name="5_Office Theme">
  <a:themeElements>
    <a:clrScheme name="Psiog">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2DB6BB"/>
      </a:accent5>
      <a:accent6>
        <a:srgbClr val="EAE447"/>
      </a:accent6>
      <a:hlink>
        <a:srgbClr val="0563C1"/>
      </a:hlink>
      <a:folHlink>
        <a:srgbClr val="954F72"/>
      </a:folHlink>
    </a:clrScheme>
    <a:fontScheme name="Custom 30">
      <a:majorFont>
        <a:latin typeface="Palatino Linotype"/>
        <a:ea typeface=""/>
        <a:cs typeface=""/>
      </a:majorFont>
      <a:minorFont>
        <a:latin typeface="Palatino Linotyp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rtlCol="0">
        <a:spAutoFit/>
      </a:bodyPr>
      <a:lstStyle>
        <a:defPPr>
          <a:defRPr dirty="0" smtClean="0"/>
        </a:defPPr>
      </a:lstStyle>
    </a:txDef>
  </a:objectDefaults>
  <a:extraClrSchemeLst/>
  <a:extLst>
    <a:ext uri="{05A4C25C-085E-4340-85A3-A5531E510DB2}">
      <thm15:themeFamily xmlns:thm15="http://schemas.microsoft.com/office/thememl/2012/main" name="Psiog Template" id="{E4021D38-1315-4428-8B59-D181686A12EE}" vid="{7C33309A-37E0-48EE-8702-546BE8351D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umberofFiles xmlns="ca6c9680-58bd-48f3-8f8e-692e9344bf4f" xsi:nil="true"/>
    <TaxCatchAll xmlns="bd6b7ca0-7a2e-48cc-af94-81f7ec5c199f" xsi:nil="true"/>
    <lcf76f155ced4ddcb4097134ff3c332f xmlns="ca6c9680-58bd-48f3-8f8e-692e9344bf4f">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59A0D8D012B2C4999319AE5F4A076EE" ma:contentTypeVersion="18" ma:contentTypeDescription="Create a new document." ma:contentTypeScope="" ma:versionID="ff71df17e09d322148c18c2874594eb7">
  <xsd:schema xmlns:xsd="http://www.w3.org/2001/XMLSchema" xmlns:xs="http://www.w3.org/2001/XMLSchema" xmlns:p="http://schemas.microsoft.com/office/2006/metadata/properties" xmlns:ns2="ca6c9680-58bd-48f3-8f8e-692e9344bf4f" xmlns:ns3="bd6b7ca0-7a2e-48cc-af94-81f7ec5c199f" targetNamespace="http://schemas.microsoft.com/office/2006/metadata/properties" ma:root="true" ma:fieldsID="545bcce9cc9321c8f0881f478b189cc7" ns2:_="" ns3:_="">
    <xsd:import namespace="ca6c9680-58bd-48f3-8f8e-692e9344bf4f"/>
    <xsd:import namespace="bd6b7ca0-7a2e-48cc-af94-81f7ec5c199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NumberofFile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6c9680-58bd-48f3-8f8e-692e9344bf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c956235-d1d6-4f17-ae7d-6546284d964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NumberofFiles" ma:index="24" nillable="true" ma:displayName="Number of Files" ma:decimals="0" ma:format="Dropdown" ma:internalName="NumberofFiles" ma:percentage="FALSE">
      <xsd:simpleType>
        <xsd:restriction base="dms:Number"/>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d6b7ca0-7a2e-48cc-af94-81f7ec5c199f"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81c18805-1f18-4f7d-bbb4-e7cb6447fddc}" ma:internalName="TaxCatchAll" ma:showField="CatchAllData" ma:web="bd6b7ca0-7a2e-48cc-af94-81f7ec5c199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C6973D-6D72-4CDB-B374-CA9B2F88EBED}">
  <ds:schemaRefs>
    <ds:schemaRef ds:uri="bd6b7ca0-7a2e-48cc-af94-81f7ec5c199f"/>
    <ds:schemaRef ds:uri="ca6c9680-58bd-48f3-8f8e-692e9344bf4f"/>
    <ds:schemaRef ds:uri="f4d42851-784c-49c7-8065-d158b5ad5a7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3FDEFB1-EF6C-4F62-B8B5-4C224C78F001}">
  <ds:schemaRefs>
    <ds:schemaRef ds:uri="http://schemas.microsoft.com/sharepoint/v3/contenttype/forms"/>
  </ds:schemaRefs>
</ds:datastoreItem>
</file>

<file path=customXml/itemProps3.xml><?xml version="1.0" encoding="utf-8"?>
<ds:datastoreItem xmlns:ds="http://schemas.openxmlformats.org/officeDocument/2006/customXml" ds:itemID="{1BD0F281-348F-4084-9DFE-89A7F50EA429}">
  <ds:schemaRefs>
    <ds:schemaRef ds:uri="bd6b7ca0-7a2e-48cc-af94-81f7ec5c199f"/>
    <ds:schemaRef ds:uri="ca6c9680-58bd-48f3-8f8e-692e9344bf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15</TotalTime>
  <Words>2854</Words>
  <Application>Microsoft Office PowerPoint</Application>
  <PresentationFormat>Widescreen</PresentationFormat>
  <Paragraphs>198</Paragraphs>
  <Slides>9</Slides>
  <Notes>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Palatino Linotype</vt:lpstr>
      <vt:lpstr>Segoe UI</vt:lpstr>
      <vt:lpstr>5_Office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Sridhar Vetrivel</cp:lastModifiedBy>
  <cp:revision>2</cp:revision>
  <dcterms:created xsi:type="dcterms:W3CDTF">2013-07-15T20:26:40Z</dcterms:created>
  <dcterms:modified xsi:type="dcterms:W3CDTF">2026-05-29T06:24:41Z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0x010100C59A0D8D012B2C4999319AE5F4A076EE</vt:lpwstr>
  </property>
  <property fmtid="{D5CDD505-2E9C-101B-9397-08002B2CF9AE}" pid="3" name="ComplianceAssetId">
    <vt:lpwstr/>
  </property>
  <property fmtid="{D5CDD505-2E9C-101B-9397-08002B2CF9AE}" pid="4" name="_ExtendedDescription">
    <vt:lpwstr/>
  </property>
  <property fmtid="{D5CDD505-2E9C-101B-9397-08002B2CF9AE}" pid="5" name="_activity">
    <vt:lpwstr>{"FileActivityType":"9","FileActivityTimeStamp":"2024-11-06T06:34:58.017Z","FileActivityUsersOnPage":[{"DisplayName":"Sanosh Suresh","Id":"sanosh.suresh@psiog.com"},{"DisplayName":"Ashwath Kumaran","Id":"ashwath.kumaran@psiog.com"},{"DisplayName":"Arunn Thiayagarajan","Id":"arunn.thiayagarajan@psiog.com"}],"FileActivityNavigationId":null}</vt:lpwstr>
  </property>
  <property fmtid="{D5CDD505-2E9C-101B-9397-08002B2CF9AE}" pid="6" name="TriggerFlowInfo">
    <vt:lpwstr/>
  </property>
  <property fmtid="{D5CDD505-2E9C-101B-9397-08002B2CF9AE}" pid="7" name="MediaServiceImageTags">
    <vt:lpwstr/>
  </property>
</Properties>
</file>