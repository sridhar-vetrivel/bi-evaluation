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8"/>
  </p:notesMasterIdLst>
  <p:sldIdLst>
    <p:sldId id="1359437" r:id="rId5"/>
    <p:sldId id="4018" r:id="rId6"/>
    <p:sldId id="40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3AB2F06-2799-5E6E-5B88-BA366555924A}" name="Sridhar Vetrivel" initials="SV" userId="S::sridhar.vetrivel@psiog.com::3ed06a0c-4a0d-4b19-81b4-502f8e89fe01" providerId="AD"/>
  <p188:author id="{A2743028-D14D-1711-2DB6-4A917263EBAE}" name="Shrikanth Mohan" initials="SM" userId="S::shrikanth.mohan@psiog.com::3c6e3e1a-2841-4f3f-b2b9-8376393d45bf" providerId="AD"/>
  <p188:author id="{3E50F3D2-8EEE-9D1C-329E-0FD7070FFD3C}" name="Sanosh Suresh" initials="SS" userId="S::sanosh.suresh@psiog.com::44c0a1c5-d84a-488a-bb3c-2642edddd9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6D6"/>
    <a:srgbClr val="2FBDC2"/>
    <a:srgbClr val="E2EC56"/>
    <a:srgbClr val="9DDE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90C1E-2E70-4A8F-AC9B-DF64A670F336}" v="1" dt="2026-05-27T09:47:22.4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dhar Vetrivel" userId="3ed06a0c-4a0d-4b19-81b4-502f8e89fe01" providerId="ADAL" clId="{FC29C728-2B5B-4634-BA1C-F92CE459B3EA}"/>
    <pc:docChg chg="addSld delSld modSld sldOrd">
      <pc:chgData name="Sridhar Vetrivel" userId="3ed06a0c-4a0d-4b19-81b4-502f8e89fe01" providerId="ADAL" clId="{FC29C728-2B5B-4634-BA1C-F92CE459B3EA}" dt="2026-05-27T09:47:24.274" v="14"/>
      <pc:docMkLst>
        <pc:docMk/>
      </pc:docMkLst>
      <pc:sldChg chg="del">
        <pc:chgData name="Sridhar Vetrivel" userId="3ed06a0c-4a0d-4b19-81b4-502f8e89fe01" providerId="ADAL" clId="{FC29C728-2B5B-4634-BA1C-F92CE459B3EA}" dt="2026-05-27T09:46:47.007" v="11" actId="2696"/>
        <pc:sldMkLst>
          <pc:docMk/>
          <pc:sldMk cId="3290448876" sldId="4016"/>
        </pc:sldMkLst>
      </pc:sldChg>
      <pc:sldChg chg="delSp modSp mod">
        <pc:chgData name="Sridhar Vetrivel" userId="3ed06a0c-4a0d-4b19-81b4-502f8e89fe01" providerId="ADAL" clId="{FC29C728-2B5B-4634-BA1C-F92CE459B3EA}" dt="2026-05-27T09:46:44.714" v="10"/>
        <pc:sldMkLst>
          <pc:docMk/>
          <pc:sldMk cId="2253599417" sldId="4018"/>
        </pc:sldMkLst>
        <pc:spChg chg="del mod">
          <ac:chgData name="Sridhar Vetrivel" userId="3ed06a0c-4a0d-4b19-81b4-502f8e89fe01" providerId="ADAL" clId="{FC29C728-2B5B-4634-BA1C-F92CE459B3EA}" dt="2026-05-27T09:46:44.714" v="10"/>
          <ac:spMkLst>
            <pc:docMk/>
            <pc:sldMk cId="2253599417" sldId="4018"/>
            <ac:spMk id="8" creationId="{A4AA5556-4AF9-F75F-1ABD-358308EAF7CC}"/>
          </ac:spMkLst>
        </pc:spChg>
      </pc:sldChg>
      <pc:sldChg chg="del">
        <pc:chgData name="Sridhar Vetrivel" userId="3ed06a0c-4a0d-4b19-81b4-502f8e89fe01" providerId="ADAL" clId="{FC29C728-2B5B-4634-BA1C-F92CE459B3EA}" dt="2026-05-27T09:46:33.954" v="0" actId="47"/>
        <pc:sldMkLst>
          <pc:docMk/>
          <pc:sldMk cId="295176488" sldId="4021"/>
        </pc:sldMkLst>
      </pc:sldChg>
      <pc:sldChg chg="del">
        <pc:chgData name="Sridhar Vetrivel" userId="3ed06a0c-4a0d-4b19-81b4-502f8e89fe01" providerId="ADAL" clId="{FC29C728-2B5B-4634-BA1C-F92CE459B3EA}" dt="2026-05-27T09:46:34.803" v="2" actId="47"/>
        <pc:sldMkLst>
          <pc:docMk/>
          <pc:sldMk cId="3264226194" sldId="4022"/>
        </pc:sldMkLst>
      </pc:sldChg>
      <pc:sldChg chg="del">
        <pc:chgData name="Sridhar Vetrivel" userId="3ed06a0c-4a0d-4b19-81b4-502f8e89fe01" providerId="ADAL" clId="{FC29C728-2B5B-4634-BA1C-F92CE459B3EA}" dt="2026-05-27T09:46:35.324" v="4" actId="47"/>
        <pc:sldMkLst>
          <pc:docMk/>
          <pc:sldMk cId="4051638334" sldId="4024"/>
        </pc:sldMkLst>
      </pc:sldChg>
      <pc:sldChg chg="del">
        <pc:chgData name="Sridhar Vetrivel" userId="3ed06a0c-4a0d-4b19-81b4-502f8e89fe01" providerId="ADAL" clId="{FC29C728-2B5B-4634-BA1C-F92CE459B3EA}" dt="2026-05-27T09:46:35.523" v="5" actId="47"/>
        <pc:sldMkLst>
          <pc:docMk/>
          <pc:sldMk cId="14096993" sldId="4025"/>
        </pc:sldMkLst>
      </pc:sldChg>
      <pc:sldChg chg="del">
        <pc:chgData name="Sridhar Vetrivel" userId="3ed06a0c-4a0d-4b19-81b4-502f8e89fe01" providerId="ADAL" clId="{FC29C728-2B5B-4634-BA1C-F92CE459B3EA}" dt="2026-05-27T09:46:34.406" v="1" actId="47"/>
        <pc:sldMkLst>
          <pc:docMk/>
          <pc:sldMk cId="2597922784" sldId="4026"/>
        </pc:sldMkLst>
      </pc:sldChg>
      <pc:sldChg chg="del">
        <pc:chgData name="Sridhar Vetrivel" userId="3ed06a0c-4a0d-4b19-81b4-502f8e89fe01" providerId="ADAL" clId="{FC29C728-2B5B-4634-BA1C-F92CE459B3EA}" dt="2026-05-27T09:46:35.060" v="3" actId="47"/>
        <pc:sldMkLst>
          <pc:docMk/>
          <pc:sldMk cId="2082759466" sldId="4027"/>
        </pc:sldMkLst>
      </pc:sldChg>
      <pc:sldChg chg="del">
        <pc:chgData name="Sridhar Vetrivel" userId="3ed06a0c-4a0d-4b19-81b4-502f8e89fe01" providerId="ADAL" clId="{FC29C728-2B5B-4634-BA1C-F92CE459B3EA}" dt="2026-05-27T09:46:36.208" v="6" actId="47"/>
        <pc:sldMkLst>
          <pc:docMk/>
          <pc:sldMk cId="3416364844" sldId="4028"/>
        </pc:sldMkLst>
      </pc:sldChg>
      <pc:sldChg chg="add ord setBg">
        <pc:chgData name="Sridhar Vetrivel" userId="3ed06a0c-4a0d-4b19-81b4-502f8e89fe01" providerId="ADAL" clId="{FC29C728-2B5B-4634-BA1C-F92CE459B3EA}" dt="2026-05-27T09:47:24.274" v="14"/>
        <pc:sldMkLst>
          <pc:docMk/>
          <pc:sldMk cId="4031663118" sldId="13594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3EDC1-0013-4EF2-9196-18D4453C99F7}" type="datetimeFigureOut"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425E4-C6B0-4350-988F-18DEB98E2A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8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Features : Introducing workmen – </a:t>
            </a:r>
            <a:r>
              <a:rPr lang="en-US" err="1">
                <a:cs typeface="Calibri"/>
              </a:rPr>
              <a:t>Arunn</a:t>
            </a:r>
            <a:r>
              <a:rPr lang="en-US">
                <a:cs typeface="Calibri"/>
              </a:rPr>
              <a:t>, Scheduling workmen and tracking – Ash , Commision – Sanosh – By working in team we believe that we'll gain collaborative skill from this project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4425E4-C6B0-4350-988F-18DEB98E2A2C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61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260475"/>
            <a:ext cx="998220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add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795875" y="6450353"/>
            <a:ext cx="157094" cy="1615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974A8E-7D20-4B3C-89CB-3D4DFA6B4483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3991850"/>
            <a:ext cx="9982200" cy="44319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FontTx/>
              <a:buNone/>
              <a:defRPr sz="32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IN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793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95875" y="6507503"/>
            <a:ext cx="157094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050"/>
            </a:lvl1pPr>
          </a:lstStyle>
          <a:p>
            <a:fld id="{19974A8E-7D20-4B3C-89CB-3D4DFA6B4483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61256" y="304575"/>
            <a:ext cx="11006887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FontTx/>
              <a:buNone/>
              <a:defRPr sz="3000">
                <a:latin typeface="Palatino Linotype" panose="02040502050505030304" pitchFamily="18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063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1256" y="196998"/>
            <a:ext cx="11006888" cy="415500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rgbClr val="000000"/>
                </a:solidFill>
              </a:defRPr>
            </a:lvl1pPr>
            <a:lvl2pPr marL="0" indent="0">
              <a:buSzTx/>
              <a:buNone/>
              <a:defRPr sz="3000">
                <a:solidFill>
                  <a:srgbClr val="000000"/>
                </a:solidFill>
              </a:defRPr>
            </a:lvl2pPr>
            <a:lvl3pPr marL="0" indent="0">
              <a:buSzTx/>
              <a:buNone/>
              <a:defRPr sz="3000">
                <a:solidFill>
                  <a:srgbClr val="000000"/>
                </a:solidFill>
              </a:defRPr>
            </a:lvl3pPr>
            <a:lvl4pPr marL="0" indent="0">
              <a:buSzTx/>
              <a:buNone/>
              <a:defRPr sz="3000">
                <a:solidFill>
                  <a:srgbClr val="000000"/>
                </a:solidFill>
              </a:defRPr>
            </a:lvl4pPr>
            <a:lvl5pPr marL="0" indent="0">
              <a:buSzTx/>
              <a:buNone/>
              <a:defRPr sz="30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95875" y="6507502"/>
            <a:ext cx="139701" cy="165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94812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913318-CA6B-834D-8A14-43B05889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40330-E69F-AA40-B591-1D7A3908564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1E946-DC03-7B43-8A48-430CB8DE2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D21C5-EB7E-9148-9DC6-E59F7EE9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5875" y="6450353"/>
            <a:ext cx="157094" cy="161583"/>
          </a:xfrm>
          <a:prstGeom prst="rect">
            <a:avLst/>
          </a:prstGeom>
        </p:spPr>
        <p:txBody>
          <a:bodyPr/>
          <a:lstStyle/>
          <a:p>
            <a:fld id="{DA24FC64-8DA5-8048-B822-6F60D1A26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1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61256" y="196999"/>
            <a:ext cx="11006887" cy="4154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3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1803063" y="6511925"/>
            <a:ext cx="149225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sz="1050"/>
            </a:lvl1pPr>
          </a:lstStyle>
          <a:p>
            <a:pPr>
              <a:defRPr/>
            </a:pPr>
            <a:fld id="{73B942F6-3169-4055-A95A-9988DB9213CF}" type="slidenum">
              <a:rPr lang="en-IN" altLang="en-I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IN" alt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2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95875" y="6507502"/>
            <a:ext cx="139701" cy="165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466580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6C9A52C6-8449-46B1-ADB8-14B0F978F51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/>
          <a:p>
            <a:fld id="{CB9FAA9A-4F67-4D51-8575-DA8614550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9932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tif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icture 6">
            <a:extLst>
              <a:ext uri="{FF2B5EF4-FFF2-40B4-BE49-F238E27FC236}">
                <a16:creationId xmlns:a16="http://schemas.microsoft.com/office/drawing/2014/main" id="{BE9807D8-7BAD-BB4A-9B3A-ACFC0B237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56388" y="6410797"/>
            <a:ext cx="361012" cy="3777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46ACC73-F7DB-AD45-B7D4-D71CE8E75A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B6DC166-A170-3E42-B4AD-26EA1A1C8CEB}"/>
              </a:ext>
            </a:extLst>
          </p:cNvPr>
          <p:cNvGrpSpPr/>
          <p:nvPr userDrawn="1"/>
        </p:nvGrpSpPr>
        <p:grpSpPr>
          <a:xfrm>
            <a:off x="4049" y="-5188"/>
            <a:ext cx="12192000" cy="121063"/>
            <a:chOff x="71284" y="-5188"/>
            <a:chExt cx="12192000" cy="1210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885FAD-DA8A-5A49-B4F9-A28B4FF86C4C}"/>
                </a:ext>
              </a:extLst>
            </p:cNvPr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2495B3-305C-DB47-B2CA-C18672279B5A}"/>
                </a:ext>
              </a:extLst>
            </p:cNvPr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1768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BB3FBF3-36CB-6343-A672-99FE7DD6BFAC}"/>
              </a:ext>
            </a:extLst>
          </p:cNvPr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3F0E1B-2D8E-8A4C-91B8-9568227E95A3}"/>
                </a:ext>
              </a:extLst>
            </p:cNvPr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A4A638-33B7-A247-901E-EE873C9BA38A}"/>
                </a:ext>
              </a:extLst>
            </p:cNvPr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86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70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Discovery 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This is a template...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ea typeface="Calibri"/>
                <a:cs typeface="Calibri"/>
              </a:rPr>
              <a:t>Customer Logo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E16C4B-681D-D324-30E3-58C9D95A288C}"/>
              </a:ext>
            </a:extLst>
          </p:cNvPr>
          <p:cNvSpPr txBox="1"/>
          <p:nvPr/>
        </p:nvSpPr>
        <p:spPr>
          <a:xfrm>
            <a:off x="442686" y="370114"/>
            <a:ext cx="122629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ptos"/>
              </a:rPr>
              <a:t>Agenda</a:t>
            </a:r>
            <a:endParaRPr lang="en-US" sz="2800" b="1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359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7E8B43-8CC2-1801-651F-36837CE4CC5C}"/>
              </a:ext>
            </a:extLst>
          </p:cNvPr>
          <p:cNvSpPr txBox="1"/>
          <p:nvPr/>
        </p:nvSpPr>
        <p:spPr>
          <a:xfrm>
            <a:off x="4018459" y="3212633"/>
            <a:ext cx="3723987" cy="430887"/>
          </a:xfrm>
          <a:prstGeom prst="rect">
            <a:avLst/>
          </a:prstGeom>
          <a:noFill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latin typeface="Aptos Narrow"/>
                <a:ea typeface="+mn-lt"/>
                <a:cs typeface="+mn-lt"/>
              </a:rPr>
              <a:t>Feedback &amp; Q&amp;A</a:t>
            </a:r>
            <a:endParaRPr lang="en-US" sz="2800">
              <a:latin typeface="Aptos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4481284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Psio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B6BB"/>
      </a:accent5>
      <a:accent6>
        <a:srgbClr val="EAE447"/>
      </a:accent6>
      <a:hlink>
        <a:srgbClr val="0563C1"/>
      </a:hlink>
      <a:folHlink>
        <a:srgbClr val="954F72"/>
      </a:folHlink>
    </a:clrScheme>
    <a:fontScheme name="Custom 30">
      <a:majorFont>
        <a:latin typeface="Palatino Linotype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siog Template" id="{E4021D38-1315-4428-8B59-D181686A12EE}" vid="{7C33309A-37E0-48EE-8702-546BE8351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2634781B74A4BAF5DE26E182A4EF1" ma:contentTypeVersion="7" ma:contentTypeDescription="Create a new document." ma:contentTypeScope="" ma:versionID="25e7236ac0d0bca310aab2fda8ae4b35">
  <xsd:schema xmlns:xsd="http://www.w3.org/2001/XMLSchema" xmlns:xs="http://www.w3.org/2001/XMLSchema" xmlns:p="http://schemas.microsoft.com/office/2006/metadata/properties" xmlns:ns2="f4d42851-784c-49c7-8065-d158b5ad5a75" targetNamespace="http://schemas.microsoft.com/office/2006/metadata/properties" ma:root="true" ma:fieldsID="3f01dd8a63af13847e6857744c91eaf1" ns2:_="">
    <xsd:import namespace="f4d42851-784c-49c7-8065-d158b5ad5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d42851-784c-49c7-8065-d158b5ad5a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FDEFB1-EF6C-4F62-B8B5-4C224C78F0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C6973D-6D72-4CDB-B374-CA9B2F88EBED}">
  <ds:schemaRefs>
    <ds:schemaRef ds:uri="f4d42851-784c-49c7-8065-d158b5ad5a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BBAF50D-394F-4C18-80F9-050A0D8D77D3}">
  <ds:schemaRefs>
    <ds:schemaRef ds:uri="f4d42851-784c-49c7-8065-d158b5ad5a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Narrow</vt:lpstr>
      <vt:lpstr>Arial</vt:lpstr>
      <vt:lpstr>Calibri</vt:lpstr>
      <vt:lpstr>Palatino Linotype</vt:lpstr>
      <vt:lpstr>Segoe UI</vt:lpstr>
      <vt:lpstr>5_Office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Sridhar Vetrivel</cp:lastModifiedBy>
  <cp:revision>33</cp:revision>
  <dcterms:created xsi:type="dcterms:W3CDTF">2013-07-15T20:26:40Z</dcterms:created>
  <dcterms:modified xsi:type="dcterms:W3CDTF">2026-05-27T09:47:25Z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0x010100A0B2634781B74A4BAF5DE26E182A4EF1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{"FileActivityType":"9","FileActivityTimeStamp":"2024-11-06T06:34:58.017Z","FileActivityUsersOnPage":[{"DisplayName":"Sanosh Suresh","Id":"sanosh.suresh@psiog.com"},{"DisplayName":"Ashwath Kumaran","Id":"ashwath.kumaran@psiog.com"},{"DisplayName":"Arunn Thiayagarajan","Id":"arunn.thiayagarajan@psiog.com"}],"FileActivityNavigationId":null}</vt:lpwstr>
  </property>
  <property fmtid="{D5CDD505-2E9C-101B-9397-08002B2CF9AE}" pid="6" name="TriggerFlowInfo">
    <vt:lpwstr/>
  </property>
</Properties>
</file>